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1ca09604094f69" /><Relationship Type="http://schemas.openxmlformats.org/officeDocument/2006/relationships/extended-properties" Target="/docProps/app.xml" Id="Rb556ef1fa2bb49e6" /><Relationship Type="http://schemas.openxmlformats.org/officeDocument/2006/relationships/officeDocument" Target="/ppt/presentation.xml" Id="R57a0eb358d03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5426ae33141c8"/>
  </p:sldMasterIdLst>
  <p:notesMasterIdLst>
    <p:notesMasterId xmlns:r="http://schemas.openxmlformats.org/officeDocument/2006/relationships" r:id="Rdd825393452242b7"/>
  </p:notesMasterIdLst>
  <p:sldIdLst>
    <p:sldId xmlns:r="http://schemas.openxmlformats.org/officeDocument/2006/relationships" id="256" r:id="R433bb6541a0b4721"/>
    <p:sldId xmlns:r="http://schemas.openxmlformats.org/officeDocument/2006/relationships" id="257" r:id="R16a1e4b85e614890"/>
    <p:sldId xmlns:r="http://schemas.openxmlformats.org/officeDocument/2006/relationships" id="258" r:id="R74ae8be9ff674c0d"/>
    <p:sldId xmlns:r="http://schemas.openxmlformats.org/officeDocument/2006/relationships" id="259" r:id="R0fdccb8d212e4771"/>
    <p:sldId xmlns:r="http://schemas.openxmlformats.org/officeDocument/2006/relationships" id="260" r:id="R4a7ba67da3934350"/>
    <p:sldId xmlns:r="http://schemas.openxmlformats.org/officeDocument/2006/relationships" id="261" r:id="R285ff6ed244f4814"/>
    <p:sldId xmlns:r="http://schemas.openxmlformats.org/officeDocument/2006/relationships" id="262" r:id="Rf07b0438b9234d2d"/>
    <p:sldId xmlns:r="http://schemas.openxmlformats.org/officeDocument/2006/relationships" id="263" r:id="Rd1a48ee0311741dd"/>
    <p:sldId xmlns:r="http://schemas.openxmlformats.org/officeDocument/2006/relationships" id="264" r:id="R977ef373880c450a"/>
    <p:sldId xmlns:r="http://schemas.openxmlformats.org/officeDocument/2006/relationships" id="265" r:id="Rb9c918318b3b4c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f1f717a5b4f6c" /><Relationship Type="http://schemas.openxmlformats.org/officeDocument/2006/relationships/slideMaster" Target="/ppt/slideMasters/slideMaster1.xml" Id="R4765426ae33141c8" /><Relationship Type="http://schemas.openxmlformats.org/officeDocument/2006/relationships/notesMaster" Target="/ppt/notesMasters/notesMaster1.xml" Id="Rdd825393452242b7" /><Relationship Type="http://schemas.openxmlformats.org/officeDocument/2006/relationships/presProps" Target="/ppt/presProps.xml" Id="Rda888196681b49dc" /><Relationship Type="http://schemas.openxmlformats.org/officeDocument/2006/relationships/tableStyles" Target="/ppt/tableStyles.xml" Id="Rcc498774de824c3b" /><Relationship Type="http://schemas.openxmlformats.org/officeDocument/2006/relationships/slide" Target="/ppt/slides/slide1.xml" Id="R433bb6541a0b4721" /><Relationship Type="http://schemas.openxmlformats.org/officeDocument/2006/relationships/slide" Target="/ppt/slides/slide2.xml" Id="R16a1e4b85e614890" /><Relationship Type="http://schemas.openxmlformats.org/officeDocument/2006/relationships/slide" Target="/ppt/slides/slide3.xml" Id="R74ae8be9ff674c0d" /><Relationship Type="http://schemas.openxmlformats.org/officeDocument/2006/relationships/slide" Target="/ppt/slides/slide4.xml" Id="R0fdccb8d212e4771" /><Relationship Type="http://schemas.openxmlformats.org/officeDocument/2006/relationships/slide" Target="/ppt/slides/slide5.xml" Id="R4a7ba67da3934350" /><Relationship Type="http://schemas.openxmlformats.org/officeDocument/2006/relationships/slide" Target="/ppt/slides/slide6.xml" Id="R285ff6ed244f4814" /><Relationship Type="http://schemas.openxmlformats.org/officeDocument/2006/relationships/slide" Target="/ppt/slides/slide7.xml" Id="Rf07b0438b9234d2d" /><Relationship Type="http://schemas.openxmlformats.org/officeDocument/2006/relationships/slide" Target="/ppt/slides/slide8.xml" Id="Rd1a48ee0311741dd" /><Relationship Type="http://schemas.openxmlformats.org/officeDocument/2006/relationships/slide" Target="/ppt/slides/slide9.xml" Id="R977ef373880c450a" /><Relationship Type="http://schemas.openxmlformats.org/officeDocument/2006/relationships/slide" Target="/ppt/slides/slide10.xml" Id="Rb9c918318b3b4c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9749f3166040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af10ac49f64251" /><Relationship Type="http://schemas.openxmlformats.org/officeDocument/2006/relationships/notesMaster" Target="/ppt/notesMasters/notesMaster1.xml" Id="R7ff6974da6b0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30e180d09a4700" /><Relationship Type="http://schemas.openxmlformats.org/officeDocument/2006/relationships/notesMaster" Target="/ppt/notesMasters/notesMaster1.xml" Id="R121b4e982009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38c7a209d4f24" /><Relationship Type="http://schemas.openxmlformats.org/officeDocument/2006/relationships/notesMaster" Target="/ppt/notesMasters/notesMaster1.xml" Id="R7c2e17cce3f3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cddbf8e1b4a8d" /><Relationship Type="http://schemas.openxmlformats.org/officeDocument/2006/relationships/notesMaster" Target="/ppt/notesMasters/notesMaster1.xml" Id="Re5645dc9d7c14b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bb7710c14c4cd3" /><Relationship Type="http://schemas.openxmlformats.org/officeDocument/2006/relationships/notesMaster" Target="/ppt/notesMasters/notesMaster1.xml" Id="Rab6936aafd7b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471c143d9428b" /><Relationship Type="http://schemas.openxmlformats.org/officeDocument/2006/relationships/notesMaster" Target="/ppt/notesMasters/notesMaster1.xml" Id="Ref170cc8172d4f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5e83b8d524413" /><Relationship Type="http://schemas.openxmlformats.org/officeDocument/2006/relationships/notesMaster" Target="/ppt/notesMasters/notesMaster1.xml" Id="Rb857eb70769d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d6c5a75fcb4966" /><Relationship Type="http://schemas.openxmlformats.org/officeDocument/2006/relationships/notesMaster" Target="/ppt/notesMasters/notesMaster1.xml" Id="R7281b6d51173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bd3ac012d04e2b" /><Relationship Type="http://schemas.openxmlformats.org/officeDocument/2006/relationships/notesMaster" Target="/ppt/notesMasters/notesMaster1.xml" Id="R8045da73c2c24d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d8bdbe13624fea" /><Relationship Type="http://schemas.openxmlformats.org/officeDocument/2006/relationships/notesMaster" Target="/ppt/notesMasters/notesMaster1.xml" Id="Rfc1011fca935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c64399aa54b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8e6ca41f9f4ee3" /><Relationship Type="http://schemas.openxmlformats.org/officeDocument/2006/relationships/slideLayout" Target="/ppt/slideLayouts/slideLayout1.xml" Id="Recb9bcaf0fd5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b9bcaf0fd5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25797d85d47e4" /><Relationship Type="http://schemas.openxmlformats.org/officeDocument/2006/relationships/notesSlide" Target="/ppt/notesSlides/notesSlide1.xml" Id="R055269138045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2a0f01d24b6d" /><Relationship Type="http://schemas.openxmlformats.org/officeDocument/2006/relationships/notesSlide" Target="/ppt/notesSlides/notesSlide2.xml" Id="R6f93fcec35454d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99504cac24028" /><Relationship Type="http://schemas.openxmlformats.org/officeDocument/2006/relationships/notesSlide" Target="/ppt/notesSlides/notesSlide3.xml" Id="R3e80fbe37a7440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4a648c74c4ab3" /><Relationship Type="http://schemas.openxmlformats.org/officeDocument/2006/relationships/notesSlide" Target="/ppt/notesSlides/notesSlide4.xml" Id="Rd4dd9bf519ff48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c0475fcf1479e" /><Relationship Type="http://schemas.openxmlformats.org/officeDocument/2006/relationships/notesSlide" Target="/ppt/notesSlides/notesSlide5.xml" Id="R4ecbff5cd81a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9b67de09e4eb6" /><Relationship Type="http://schemas.openxmlformats.org/officeDocument/2006/relationships/image" Target="/ppt/media/image.png" Id="Rd4e83ced4e5e4e97" /><Relationship Type="http://schemas.openxmlformats.org/officeDocument/2006/relationships/image" Target="/ppt/media/image2.png" Id="R47436063499b49f0" /><Relationship Type="http://schemas.openxmlformats.org/officeDocument/2006/relationships/image" Target="/ppt/media/image3.png" Id="R9b0c6307fa604076" /><Relationship Type="http://schemas.openxmlformats.org/officeDocument/2006/relationships/image" Target="/ppt/media/image4.png" Id="Re0bd816856c445e4" /><Relationship Type="http://schemas.openxmlformats.org/officeDocument/2006/relationships/notesSlide" Target="/ppt/notesSlides/notesSlide6.xml" Id="R7fd7f8577b1e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f65733c3c4e78" /><Relationship Type="http://schemas.openxmlformats.org/officeDocument/2006/relationships/notesSlide" Target="/ppt/notesSlides/notesSlide7.xml" Id="Rdb4d16430f0b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b34a40c064a21" /><Relationship Type="http://schemas.openxmlformats.org/officeDocument/2006/relationships/notesSlide" Target="/ppt/notesSlides/notesSlide8.xml" Id="R6551f51ae39947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b4ade273045a6" /><Relationship Type="http://schemas.openxmlformats.org/officeDocument/2006/relationships/notesSlide" Target="/ppt/notesSlides/notesSlide9.xml" Id="R8ba3f37ebabc46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a81f5f30a4538" /><Relationship Type="http://schemas.openxmlformats.org/officeDocument/2006/relationships/notesSlide" Target="/ppt/notesSlides/notesSlide10.xml" Id="R8f1d2eb939044c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DE683-4E6D-450F-9106-FB3357F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uart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85C81-ED40-42A7-AD9F-8D9D7052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204E-628C-443E-815B-BAC71DB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最小 8N1 UART 外设：AHB 寄存器、TX/RX 和中断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D6FE2-A759-445F-8F30-573EB64C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uart 用寄存器层、FIFO、baud tick、TX/RX 状态机组成完整串口外设。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D02B-EF65-4839-8023-65951B8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9C636-C2FC-4FD7-BD10-25F1CC72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8 data bits/no parity/1 stop bit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98EF-430E-4D57-9D44-C839859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3B8AA-7BB0-4743-87A1-CD97521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DATA write pushes TX byte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BB514-95F8-4F7F-87DD-51A899C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62CA-F125-4600-96D2-36E3C37F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DATA read pops RX byte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A0869-0E34-48B3-9799-AAEB1F6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3D99F-A5F1-4A45-A3A0-73EEEC34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IRQ_STATUS 为 W1C sticky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0B1BA-7077-471E-B540-3D07683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848F0-59F8-47C2-95F9-22A59015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ED0A7-3B7F-4058-8B8C-F7DBB8F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TX FIFO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E04FF-5A4C-418D-978D-A83F370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uart_baud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tick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65CB3-7815-46FC-A07C-587337F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uart_tx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6C1BD-A6FA-4718-954B-0D096C96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uart_rx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1184B-C8D1-42C7-98DD-4EF185FC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RX FIFO/IRQ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AC233-4E57-4A3A-9923-F951408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550DD-499A-4BDE-AA7B-62E00C2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1478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FF843-E131-438D-A43A-1FC07177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9E3D4-8C35-46CE-894F-ABB72EF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867F3-B6C6-4F4D-9F9B-4ED47F3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FE3E-400B-4294-92EF-116F8CD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D5C46-FF58-480C-AA84-84EDEA1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3D0A0-2808-4F2B-A661-AF37EBD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6221D-6E58-464C-9C83-50020139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528E3-EACD-4D6F-9B1B-DA17990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uart 用寄存器层、FIFO、baud tick、TX/RX 状态机组成完整串口外设。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B8579-093C-46DE-9E41-0A92F181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10A5F-CF17-47FF-8211-357C81E3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8 data bits/no parity/1 stop 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59CE6-438A-47D9-ADA2-0952247F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4483F-B175-428A-8575-E2B1220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DATA write pushes TX byte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BBEC6-A654-4F9A-B9C3-20C3531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1A0AF-1D3E-43FB-B7B2-6B46BA9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DATA read pops RX byte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64B27-960E-4EF8-A447-7134FC6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51E07-6F76-4A97-A415-37059AD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CAFF3-22F9-41D1-ACAF-A0B2F00B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7037-7333-4A37-8D9D-7FB4ADB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6EDE4-5BB7-4612-B589-0DC8CE1E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4617-489F-4054-BE6B-273438B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5D3C2-A5D7-4CEE-A6A7-79F2B8A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6BC47-DD1E-4F10-96EA-E12AA01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7FCC6-78F9-417F-8FD5-421E7ACE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918D3-23CD-4637-819B-8C80EE2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9AF00-42A7-4706-84EB-E556209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C15B2-8BC2-4B89-8EA8-612BE9B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5286F-75F1-4FB6-A60A-BD55715C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ACFB5-B322-4200-AF1C-57F13386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0636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25922-E949-43FA-9158-2338C36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EFF3-5381-4146-B4D8-4D959373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A5545-6298-4C43-A194-C5AF85F3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5BABD-B50E-4687-AC80-2691068C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8 data bits/no parity/1 stop 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E0091-3B30-4E4C-AAE4-2D91D331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7E15-06F1-4241-BF43-9D3BD09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DATA write pushes TX byte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1CB4A-435A-4DD9-A5EA-AE09339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59044-8A6A-4C0A-BF58-3EBA1669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DATA read pops RX byte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5E8B2-07AB-498D-A9EC-9AE5A28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62DAD-9B63-4C71-83AB-E6C68BF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IRQ_STATUS 为 W1C sticky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AEF76-ACD4-4DAF-A08A-2DDB6ADA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8CAF0-1BB0-4C74-95D8-C41AC189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软件写 DATA 入 TX FIFO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F5F96-E90D-4718-8AB2-8EF3783A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63A5E-9834-4C0E-B6C1-20BF43E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baud tick 推动 tx 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8BA45-8D72-406B-82B6-A7CA471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6F3A2-81D0-4A19-AB58-7D74314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43E75-D217-46B5-93C9-35B82D1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1745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42ED4-B29B-4552-A1DA-F8BA79A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B0E67-D3FD-4558-BC77-4842ED13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61BF9-B575-44F5-BA32-142C98C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6DFDE-990F-408F-9BE4-0E3C1395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2BCB6-8FA5-450F-A5F4-8607B4D4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81A9E-385D-4405-9758-3B508CC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6F3F-0D88-4F38-BFEA-14CDBE69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TX FIFO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C6792-FD80-4D96-96B1-49B0D23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uart_baud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tick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2CC98-F705-4C3C-AFE4-F8FC00F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uart_tx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32464-78D0-44C3-9B96-E6BADE6D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uart_rx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89525-C37D-4BB0-BFC6-56DB69A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RX FIFO/IRQ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03ABF-6183-4EC5-A8FE-9213086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FBFF1-EE3F-403B-A94B-A06AAE6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8F5F7-36AA-4137-B9AB-FDFBFEE0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84B29-1CF4-4EB9-B88E-0BAFD170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A15F6-B098-4441-84DF-593CD55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3FE71-8674-4D9D-BC66-6DE5926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B756B-3AC3-45EF-8954-A53207A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EB368-994E-47D4-9E43-BD2DE33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4C0B1-BD39-4889-93AE-80A706D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7B8A8-E53D-4BFA-B70E-5A58E8AE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1A738-5B1D-46F5-9D5D-61DD117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2752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71A1C-8AF1-482E-B82A-8D08B2C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12EA5-CD69-42C3-8B32-FC85C59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C59B0-4466-4293-9210-F1FFF42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软件写 DATA 入 TX FIFO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FC053-2E73-4A75-9B18-3CC1FFB6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17141-DBA3-4D85-A92E-B26C7CD2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baud tick 推动 tx 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9B1AA-3663-4F54-8070-7CF148E8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EFE74-412E-4311-932C-939D751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rx sampler 捕获 start/data/stop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D54DE-3511-470E-80BF-6AB403B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B0FBA-E795-4900-ACB1-77003D5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RX available/overrun 触发中断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852D5-A438-4F6E-BB4B-8A5590EA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02F7D-D8BC-4FC2-B497-40625D0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16216-9A8B-43A4-8AC0-720404C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软件写 DATA 入 TX FIFO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A96B8-8B4E-4320-85DC-14ADB262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9F090-022D-4D13-AA0B-F0576BA6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baud tick 推动 tx 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85137-4F8B-44F6-AFEE-236D9D25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EEA6C-D9C4-4841-8944-9CD5074E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rx sampler 捕获 start/data/stop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43113-D855-4C2F-9494-F2F411D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9D0AB-A208-4F72-B494-6FA84193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RX available/overrun 触发中断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2B5D8-7653-4B0D-9C53-F3914DD8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3A5D5-D104-4C4F-AB14-E42D5F6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886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8E596-7215-4F1A-AC7B-F1987D9F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C293-F199-491F-AE43-F752724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83ced4e5e4e97"/>
          <a:stretch xmlns:a="http://schemas.openxmlformats.org/drawingml/2006/main"/>
        </p:blipFill>
        <p:spPr>
          <a:xfrm xmlns:a="http://schemas.openxmlformats.org/drawingml/2006/main">
            <a:off x="571500" y="1553766"/>
            <a:ext cx="3429000" cy="203596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36063499b49f0"/>
          <a:stretch xmlns:a="http://schemas.openxmlformats.org/drawingml/2006/main"/>
        </p:blipFill>
        <p:spPr>
          <a:xfrm xmlns:a="http://schemas.openxmlformats.org/drawingml/2006/main">
            <a:off x="4333875" y="1553766"/>
            <a:ext cx="3429000" cy="203596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c6307fa604076"/>
          <a:stretch xmlns:a="http://schemas.openxmlformats.org/drawingml/2006/main"/>
        </p:blipFill>
        <p:spPr>
          <a:xfrm xmlns:a="http://schemas.openxmlformats.org/drawingml/2006/main">
            <a:off x="681789" y="4000500"/>
            <a:ext cx="3208421" cy="1905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d816856c445e4"/>
          <a:stretch xmlns:a="http://schemas.openxmlformats.org/drawingml/2006/main"/>
        </p:blipFill>
        <p:spPr>
          <a:xfrm xmlns:a="http://schemas.openxmlformats.org/drawingml/2006/main">
            <a:off x="4444164" y="4000500"/>
            <a:ext cx="3208421" cy="190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505E4-7186-488D-8D80-D7497DF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4D117-0061-4909-A260-3121829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B09F4-1DD0-4D52-BF26-5526EBD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37C12-82A0-4155-B94B-8F26293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BCBAB-A084-4B00-AA4F-F2C73581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12C9A-AA3F-4FF8-87F6-5A385BFA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CFAFA-5FED-46E8-8B99-1BB2FB06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2DC38-A9D3-4C1B-85F4-DA807C0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1315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135E3-99E8-40FB-AC04-9DA55A98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3152-09B3-4B80-B9A6-321C14B6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4DEA0-828C-4B3D-93FE-59A24DD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3B800-20D3-44F3-9C00-DAD2A14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FC747-BE88-44A6-BA88-0A05D3C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AAFA-6DC1-4BE2-A6FE-2FF49AC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2DB74-D781-4C53-AF8D-7EA216E4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baud divisor 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346E0-3500-4FF1-9A7A-C10B18B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7CF7E-FDCD-4174-A830-39DAB3D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TX frame bit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08195-4BA3-4AD2-A58C-B5EDAB4A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6355F-757C-45FF-B376-9D31ECC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RX 正常/错误采样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DB77B-F4CC-4AA4-8D16-5F225C31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A8831-3FCA-409D-878B-FC1BFDE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 full/empty 与 IRQ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AB8EE-0022-485D-A25B-C92E2D04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90AE0-A8E0-4546-A465-E6A7FF0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A2B5C-DC51-46FC-B53E-70A67A4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78E30-BD77-4E85-AE6B-29487F1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345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514B76-8164-4C85-984C-F73716A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9A9ED-DDA4-48C3-8750-F14CEAE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0C0FE-4A4F-4325-B543-4AE8416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D163B-ED47-43EC-83C8-752A548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D27AF-2A43-4D53-B6F2-1AD6D48F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C50C8-033A-4944-B7E4-EEA9442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B584D-6F48-439E-9B00-3D833754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72918-C11D-4D86-A620-29843351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63CF6-1D36-4E80-BD6C-872C591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7E666-81BE-411C-A138-942D6BC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9E1AF-89B4-447E-9AB6-D9699B2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CB1B2-BF6C-4056-B54A-01A03FF2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820C6-A472-4AB0-8DAB-379C6886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9F3A-D536-4780-B3C3-61FDBEF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54372-929A-4B77-A4F6-A7E89EB7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7CDBF-21A5-43C7-A7C7-3B64545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D4371-DC65-466F-94F4-6E4D9D5D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A22AC-6992-4592-9F68-F48ACFBA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B8C1F-A2AC-43B4-A952-0348AB43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465F5-2C74-42F9-BDB4-AD2D17C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A7149-7272-455C-975A-D7A9595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2A45B-CEFC-4E0B-A22B-1BE7E7E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6D2C9-B6DD-4262-AC8B-33CBF50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5F99A-5A21-484B-98C8-7398011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4AC60-20F7-4D71-A291-4AEA75A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153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E344C-0F8D-48B7-8954-DB99040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64152-1584-4FED-95DC-987D050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E4759-0929-463E-AD82-77085EC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baud divisor 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CE038-AAD1-4FA8-ADA1-9B14DF6C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76C83-337F-4272-A5A7-DECA963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A8635-28C0-4352-8714-F8D96ED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C1827-E54B-4C5E-B736-BECFCB3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TX frame bit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143BD-0B18-4F66-952E-3C1613F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3064F-9F05-4073-A934-1E0DEA5E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015AF-1761-4D06-ABE1-BAE7C7AB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F51A5-89D1-4091-9C68-BA8EE9C1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RX 正常/错误采样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037FB-75BF-4BA9-9E30-3CB6EED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82EFB-4045-4167-B089-9733C8D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60973-5396-4DBA-B046-4203950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074B4-7C53-42A9-AF33-400CC35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FIFO full/empty 与 IRQ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3960E-36D7-4BB1-9F15-B378F64E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B9DC6-3A24-4B7A-8126-67C3C78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CF7E0-164C-41F6-B0E7-C60D0BA7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EB4BE-0002-4EE5-A272-D3F8C79E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8 data bits/no parity/1 stop bit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38839-C036-4AE0-A1BD-77C8B60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C9723-340F-4EC6-867F-44AC960B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B2B05-CB58-49A3-A526-A79572E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2B01E-EFD3-4C73-82D3-3CEC94E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DATA write pushes TX byte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4046A-F51A-447B-A936-4E4AFE13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3A667-A566-44DF-A7B8-CF5B826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B4406-E7E0-4ED6-B4B4-E3E12DC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B53AC-D60C-4412-9B68-8AF0C3F2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82C67-D1CE-4969-B8D1-D3E63953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659E7-780B-4AE0-AD72-311D114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baud divisor 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68170-624C-4919-B443-9C858FAB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D5860-1FF7-438E-9FE8-6AE3154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TX frame bit order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DE071-07B2-4C25-9DF4-B7A61A3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F05A7-E8CC-45E7-A5C2-1589FB6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RX 正常/错误采样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B6E5DD-5199-4358-9B16-C18BB7A7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1173F-1EF9-4245-8EFF-948770A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 full/empty 与 IRQ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26169-2B59-49A9-9D73-B0FDDDA0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F9DF4-2E5A-45EB-B1F1-836CF08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A4D6DE-457D-4AE6-83B1-0A3B264C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6662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F7463-3A2D-4A4D-BB68-909A0A55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6186D-20B6-42B0-B975-4FBF60A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1654E-09CF-4024-BD09-8D7F64D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EBC8B-B02C-4FAD-B01D-E0AEF58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279F2-D386-4212-BB79-3506DB54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8 data bits/no parity/1 stop 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28C74-A484-4EE2-BC57-5B22EE6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5AD50-B649-4836-8EC4-1F631CFA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DATA write pushes TX byte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6E195-1CE9-4D94-B448-8804752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A0E03-C5E1-4534-AB2A-D81C6966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DATA read pops RX byte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0453F-562E-4DF8-89B5-A9838F2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5C4BA-AF28-4F12-B5CA-131E27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IRQ_STATUS 为 W1C sticky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D8CAB-A52C-4C43-AC71-548DD09D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2B77F-14C8-473D-9A31-E6B7BD91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F596E-29E3-4713-B54F-A9213B70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baud divisor 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28C71-428D-4A72-A7D1-57781811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4BDAD-4780-4EF5-BF14-BC93F04C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TX frame bit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2E3E0-D22B-4296-95C1-91DB0ABB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F4CDF-A543-4A5A-AF7A-8EC0318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RX 正常/错误采样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434E2-7D64-42B7-956A-C9A9126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3A1CE-9D8B-4408-A58B-8B3B0725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 full/empty 与 IRQ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3482E-1323-4D68-8E2F-462F2F1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BEB35-A14A-4140-9800-CC0CF9A0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74F35-0891-4AD1-9569-9AD79F6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8E8E7-4442-41CC-B1EA-8C235361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6D56D-4195-4B44-B67A-4CF04F33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658B1-3B09-43A5-BF57-50B379D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625FF5-017C-4EDA-9784-99DF01F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712CD-CCBA-4590-9839-C25E6DC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AE7FF-3A36-4908-84C2-A1941FE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7E4AA-D5A3-44FC-9BE7-ABA3993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交付物：uart/docs/wasp1_uart_design.pptx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1FF2F-2740-436D-A362-9DA057BD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uart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7FEE0-45C5-41E3-9F69-041119F0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0742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2026-06-18T05:31:00.9520000Z</dcterms:created>
  <dcterms:modified xsi:type="dcterms:W3CDTF">2026-06-18T05:31:00.9520000Z</dcterms:modified>
</coreProperties>
</file>