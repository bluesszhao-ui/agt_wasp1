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198295b5f44268" /><Relationship Type="http://schemas.openxmlformats.org/officeDocument/2006/relationships/extended-properties" Target="/docProps/app.xml" Id="R0d003bd301e44962" /><Relationship Type="http://schemas.openxmlformats.org/officeDocument/2006/relationships/officeDocument" Target="/ppt/presentation.xml" Id="R9d55f682df5d47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8fa184e7f8488c"/>
  </p:sldMasterIdLst>
  <p:notesMasterIdLst>
    <p:notesMasterId xmlns:r="http://schemas.openxmlformats.org/officeDocument/2006/relationships" r:id="R3c7b49d55b0e4e74"/>
  </p:notesMasterIdLst>
  <p:sldIdLst>
    <p:sldId xmlns:r="http://schemas.openxmlformats.org/officeDocument/2006/relationships" id="256" r:id="Rd6b85b603f404a23"/>
    <p:sldId xmlns:r="http://schemas.openxmlformats.org/officeDocument/2006/relationships" id="257" r:id="R091bb96f1f084f50"/>
    <p:sldId xmlns:r="http://schemas.openxmlformats.org/officeDocument/2006/relationships" id="258" r:id="R8f2085d031804bd1"/>
    <p:sldId xmlns:r="http://schemas.openxmlformats.org/officeDocument/2006/relationships" id="259" r:id="R7364b63536144493"/>
    <p:sldId xmlns:r="http://schemas.openxmlformats.org/officeDocument/2006/relationships" id="260" r:id="R90cc8da2a6bd4008"/>
    <p:sldId xmlns:r="http://schemas.openxmlformats.org/officeDocument/2006/relationships" id="261" r:id="R2508e0c559424b47"/>
    <p:sldId xmlns:r="http://schemas.openxmlformats.org/officeDocument/2006/relationships" id="262" r:id="R3a28e1f764e84bba"/>
    <p:sldId xmlns:r="http://schemas.openxmlformats.org/officeDocument/2006/relationships" id="263" r:id="R02b4ec7bab5b489c"/>
    <p:sldId xmlns:r="http://schemas.openxmlformats.org/officeDocument/2006/relationships" id="264" r:id="Racb77a4fbe5f4b12"/>
    <p:sldId xmlns:r="http://schemas.openxmlformats.org/officeDocument/2006/relationships" id="265" r:id="R9c1fc03ce2d24da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d404a3d7e04c96" /><Relationship Type="http://schemas.openxmlformats.org/officeDocument/2006/relationships/slideMaster" Target="/ppt/slideMasters/slideMaster1.xml" Id="Rc28fa184e7f8488c" /><Relationship Type="http://schemas.openxmlformats.org/officeDocument/2006/relationships/notesMaster" Target="/ppt/notesMasters/notesMaster1.xml" Id="R3c7b49d55b0e4e74" /><Relationship Type="http://schemas.openxmlformats.org/officeDocument/2006/relationships/presProps" Target="/ppt/presProps.xml" Id="R529421a7df854e19" /><Relationship Type="http://schemas.openxmlformats.org/officeDocument/2006/relationships/tableStyles" Target="/ppt/tableStyles.xml" Id="R53a0ae9e798d4b2a" /><Relationship Type="http://schemas.openxmlformats.org/officeDocument/2006/relationships/slide" Target="/ppt/slides/slide1.xml" Id="Rd6b85b603f404a23" /><Relationship Type="http://schemas.openxmlformats.org/officeDocument/2006/relationships/slide" Target="/ppt/slides/slide2.xml" Id="R091bb96f1f084f50" /><Relationship Type="http://schemas.openxmlformats.org/officeDocument/2006/relationships/slide" Target="/ppt/slides/slide3.xml" Id="R8f2085d031804bd1" /><Relationship Type="http://schemas.openxmlformats.org/officeDocument/2006/relationships/slide" Target="/ppt/slides/slide4.xml" Id="R7364b63536144493" /><Relationship Type="http://schemas.openxmlformats.org/officeDocument/2006/relationships/slide" Target="/ppt/slides/slide5.xml" Id="R90cc8da2a6bd4008" /><Relationship Type="http://schemas.openxmlformats.org/officeDocument/2006/relationships/slide" Target="/ppt/slides/slide6.xml" Id="R2508e0c559424b47" /><Relationship Type="http://schemas.openxmlformats.org/officeDocument/2006/relationships/slide" Target="/ppt/slides/slide7.xml" Id="R3a28e1f764e84bba" /><Relationship Type="http://schemas.openxmlformats.org/officeDocument/2006/relationships/slide" Target="/ppt/slides/slide8.xml" Id="R02b4ec7bab5b489c" /><Relationship Type="http://schemas.openxmlformats.org/officeDocument/2006/relationships/slide" Target="/ppt/slides/slide9.xml" Id="Racb77a4fbe5f4b12" /><Relationship Type="http://schemas.openxmlformats.org/officeDocument/2006/relationships/slide" Target="/ppt/slides/slide10.xml" Id="R9c1fc03ce2d24d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974f7ce2d44a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5b38f9df2c4fec" /><Relationship Type="http://schemas.openxmlformats.org/officeDocument/2006/relationships/notesMaster" Target="/ppt/notesMasters/notesMaster1.xml" Id="R7cba10cd0fe745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7fdf88911842e1" /><Relationship Type="http://schemas.openxmlformats.org/officeDocument/2006/relationships/notesMaster" Target="/ppt/notesMasters/notesMaster1.xml" Id="Re4358aa6e9b24c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eae41b40ac48c4" /><Relationship Type="http://schemas.openxmlformats.org/officeDocument/2006/relationships/notesMaster" Target="/ppt/notesMasters/notesMaster1.xml" Id="R0d75955685a949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a2f951e430410f" /><Relationship Type="http://schemas.openxmlformats.org/officeDocument/2006/relationships/notesMaster" Target="/ppt/notesMasters/notesMaster1.xml" Id="Rc318fff4f40d4b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847cbf032f48c7" /><Relationship Type="http://schemas.openxmlformats.org/officeDocument/2006/relationships/notesMaster" Target="/ppt/notesMasters/notesMaster1.xml" Id="R19e7e7d10d414d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ef5a28519a4cc9" /><Relationship Type="http://schemas.openxmlformats.org/officeDocument/2006/relationships/notesMaster" Target="/ppt/notesMasters/notesMaster1.xml" Id="R9fad705df3a941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5d0dd0049f433e" /><Relationship Type="http://schemas.openxmlformats.org/officeDocument/2006/relationships/notesMaster" Target="/ppt/notesMasters/notesMaster1.xml" Id="R57907934d2274c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7e8a60b20a4ea8" /><Relationship Type="http://schemas.openxmlformats.org/officeDocument/2006/relationships/notesMaster" Target="/ppt/notesMasters/notesMaster1.xml" Id="R8244e4e3553845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4191befd01484f" /><Relationship Type="http://schemas.openxmlformats.org/officeDocument/2006/relationships/notesMaster" Target="/ppt/notesMasters/notesMaster1.xml" Id="R06c04cbc9d4e4a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64c938b4004adb" /><Relationship Type="http://schemas.openxmlformats.org/officeDocument/2006/relationships/notesMaster" Target="/ppt/notesMasters/notesMaster1.xml" Id="Ra1faebe94d2f41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8c8b42556c41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3b2bf0224c468c" /><Relationship Type="http://schemas.openxmlformats.org/officeDocument/2006/relationships/slideLayout" Target="/ppt/slideLayouts/slideLayout1.xml" Id="Rc4ec0e8d515c43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ec0e8d515c43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bc084ab08441a" /><Relationship Type="http://schemas.openxmlformats.org/officeDocument/2006/relationships/notesSlide" Target="/ppt/notesSlides/notesSlide1.xml" Id="R027e22d71f7a48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09ee5989444fe" /><Relationship Type="http://schemas.openxmlformats.org/officeDocument/2006/relationships/notesSlide" Target="/ppt/notesSlides/notesSlide2.xml" Id="R0728974cfdfc4b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1ae8255224782" /><Relationship Type="http://schemas.openxmlformats.org/officeDocument/2006/relationships/notesSlide" Target="/ppt/notesSlides/notesSlide3.xml" Id="Rdb57dc8aadfa41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d144043b34970" /><Relationship Type="http://schemas.openxmlformats.org/officeDocument/2006/relationships/notesSlide" Target="/ppt/notesSlides/notesSlide4.xml" Id="R0baa7039b8bb4c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bfa0749a34d0f" /><Relationship Type="http://schemas.openxmlformats.org/officeDocument/2006/relationships/notesSlide" Target="/ppt/notesSlides/notesSlide5.xml" Id="Rd762d7ca3dde4f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571ecd7de41b7" /><Relationship Type="http://schemas.openxmlformats.org/officeDocument/2006/relationships/notesSlide" Target="/ppt/notesSlides/notesSlide6.xml" Id="R13f407434cf248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38376b6b84874" /><Relationship Type="http://schemas.openxmlformats.org/officeDocument/2006/relationships/notesSlide" Target="/ppt/notesSlides/notesSlide7.xml" Id="R7144e4faae904f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ce04095a741f0" /><Relationship Type="http://schemas.openxmlformats.org/officeDocument/2006/relationships/notesSlide" Target="/ppt/notesSlides/notesSlide8.xml" Id="R9df3f3f1d81b44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dc6f01cc74e02" /><Relationship Type="http://schemas.openxmlformats.org/officeDocument/2006/relationships/notesSlide" Target="/ppt/notesSlides/notesSlide9.xml" Id="R7e6338b50a7c48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c59ae68584eea" /><Relationship Type="http://schemas.openxmlformats.org/officeDocument/2006/relationships/notesSlide" Target="/ppt/notesSlides/notesSlide10.xml" Id="R20bd4266b15f46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75379F-08E3-4AE5-BE0A-ABBD4555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wasp1 common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DC0F6-BE66-4151-93F9-9FF54E63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模块讲解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D32EB-2808-4B58-A682-CB3D9844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共享 package、interface 与可复用小型 RTL 单元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09C9B-418D-4D1B-8773-4392A3A3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common 不产生 SoC 可见行为，而是统一 wasp1 的参数、接口和握手机制。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3FDEF-BFEE-491A-A00E-0C09D986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8B4B7-52C1-47EE-B1CE-E08A1BD6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全局参数与地址映射集中在 wasp1_pkg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87E04-EE7C-49F1-9848-96483743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DBC3C-8385-4030-9B11-0401D5F8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AHB IP 统一使用 ahb_lite_if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8F4F2-67D7-42B5-B152-9E65E61A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6353E-7B74-40A6-9521-A8D1EF2C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core/cache 局部通路使用 mem_req_rsp_if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18DC2-2C1F-46ED-966B-445CD7D8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C3FEA-D49F-4B3F-BC89-E12EDB8C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复用单元保持可综合、可参数化、目标中立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9924F-77BC-420C-80E9-DF5E674B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42950"/>
            <a:ext cx="4095750" cy="457200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930BC0-1286-42D0-AA7E-DD413C86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wasp1_pkg</a:t>
            </a:r>
          </a:p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COMB constants/types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BE068-56CC-41D1-88F8-47D7D196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ahb_lite_if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AHB-Lite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F4085-2D23-45DA-B8FD-B742BCA1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mem_req_rsp_if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valid/ready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342FD-5DD0-4C4D-89A5-87415DD8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irq_if/debug_if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sideband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A3A231-E818-4F17-8F66-1EEFD1F7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reset_sync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sync release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C462B6-1D79-4509-BDCD-78CE7596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sync_reg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CDC helper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06ADCD-A2AB-4A2C-847B-01BD8CFD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simple_fifo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FIFO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10F720-D449-4817-B379-388263A4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289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skid_buffer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one-entry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1E8DF5-1709-4CBE-B2C9-FD32B3E6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common design explanation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7B1851-F8A6-4735-AE73-847B9C3C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590014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00FB0E-1882-4EC6-A845-EF7B8820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GOALS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ADBC1-DE7D-4FD7-87CB-7C5592A1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设计目标与边界：先把职责收紧，再谈扩展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BE23C-7C03-4FD2-B962-DB40EEFF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9600"/>
            <a:ext cx="1143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clk/rst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38BE7-C92E-488F-BE7E-C3EF19CE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B687A-273F-42D9-A80F-4C794DCB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7CBF2-6A53-4034-B644-693335AD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模块定位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C160A-D584-40A1-9855-9AE515A7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66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35324-5165-4E25-8EA7-29F03FFF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common 不产生 SoC 可见行为，而是统一 wasp1 的参数、接口和握手机制。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A34BC-2B68-42B8-89F7-C5A0C0F2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76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36C03-CB8B-4997-A83F-B10EB797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全局参数与地址映射集中在 wasp1_pkg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49E66-6A96-47A1-927A-23B986DE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74AD9-35B2-40A7-AA70-BF315F95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AHB IP 统一使用 ahb_lite_if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016E3-F37F-43C9-9746-8E1DAA05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561FBC-B4F9-4701-90E1-F2CCBE55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core/cache 局部通路使用 mem_req_rsp_if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D6C83-FF64-4F87-81E8-0D7AE1C7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2476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外部可见契约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AA35D-0D17-4BB5-86E0-9556344B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57450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2967A-B64B-4178-8B6D-91343CBF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67050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接口、寄存器语义、错误响应、中断/握手行为必须稳定。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实现可替换，但软件和总线观察到的行为不应改变。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53BCD2-FAC9-49C5-8641-87F719E7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952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实现侧选择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B8CDDE-4F9A-4D91-9D1D-63DA6A90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7DD9B-760C-4C47-B3AD-1D7F21C0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146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明确 SEQ/COMB/IF 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A46AF9-06EB-4939-9A0A-B1B6FA12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35581-79EC-4C2E-8269-BA8E46F9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718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状态归属到叶子或寄存器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2A9812-26D7-40AD-96A5-DADB897C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F08550-D55D-4363-9B88-4FACF839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290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IC 与 Virtex-7 FPGA 行为一致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F874B3-8DE9-4927-BF25-CC13D0BD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529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C1B953-FFE9-437C-9BF2-5CE1CA7D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862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验证覆盖正常/边界/错误/停顿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31F564-FC72-41BF-AC38-D211EA67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common design explanation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ABA5C9-64DE-4C4D-BB42-BFAE76FF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559506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0CA7F4-28FB-4CE6-9EBB-C1262C6D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EXTERNAL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C5A9E-7A31-45EF-8A43-65252703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接口契约：软件/总线/相邻模块能观察到什么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72031-DD20-440A-B099-D552F8DD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68BF4-6FC6-45D5-88B1-68FC052F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3525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全局参数与地址映射集中在 wasp1_pkg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A5202-E6A1-4FCB-8A3D-672308DF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C2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3B08F-B06D-4CDF-8B9F-07CEFF90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383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AHB IP 统一使用 ahb_lite_if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BB395-46F3-4466-AB7F-F7BDA901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FC7FC-B3DF-4CC5-8167-B6A1030A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241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core/cache 局部通路使用 mem_req_rsp_if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2EED8-0F48-4C22-A706-6AFD76AA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39A82-AB52-4F2C-BFA8-E4666461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099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复用单元保持可综合、可参数化、目标中立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5283C-4B26-4AD8-93C7-8E62FA58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C5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C0E58-92ED-4FF5-82EC-B5803787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957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模块接入时先引用 package/interface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1B12D-C8DD-454F-BCAA-BDA99F3B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937BA-C798-4405-8C55-F2887663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815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复用单元承担局部 backpressure 或同步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37513-9F12-4A59-A501-2BA5F79D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53000"/>
            <a:ext cx="190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契约优先级</a:t>
            </a:r>
          </a:p>
          <a:p xmlns:a="http://schemas.openxmlformats.org/drawingml/2006/main">
            <a:pPr algn="ctr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spec &gt; design spec &gt; RTL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696D22-1DE0-4B06-BB5A-EBFF24EA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common design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5B7ED4-7B1A-486E-BE28-DA698481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156107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5960A1-291A-4EBF-83FB-0ED13CED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ARCHITECTURE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11168-2A84-474A-BF95-2CF821E9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总体架构图：SEQ、COMB、IF 明确分开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E188F-C55E-4153-B1E8-BB7E1618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9600"/>
            <a:ext cx="1143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clk/rst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22B2C-0498-476E-8562-F016D671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A0FA9-770A-4E41-8C32-0205C9B4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0D0D0-14EA-4D1A-A15C-5A86C2C5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wasp1_pkg</a:t>
            </a:r>
          </a:p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COMB constants/types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18B4D-DA1D-4913-9F07-E1370CE4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ahb_lite_if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AHB-Lite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8D8DC-4355-4AF8-8CCF-ED4241D6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mem_req_rsp_if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valid/ready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0A154-B409-4C7C-8015-ED27406F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irq_if/debug_if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sideband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00377-9437-4AA4-885E-0C110F11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reset_sync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sync release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2B421-7E68-4B43-AC7D-D481712C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sync_reg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CDC helper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E563B-B565-4D3A-9276-EB8EEC48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simple_fifo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FIFO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318823-3913-4387-B7FA-F7167738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257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skid_buffer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one-entry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C3E8F-5981-484C-BD26-B0FC2736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81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图示原则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B6962-7BD7-450C-8933-7925D6FC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716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3D8C77-B825-4481-A147-5092A5A8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050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绿色：时序状态或寄存器/存储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7CBF6-E909-4570-887D-1A98AD26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221C9D-0813-4754-B7C8-0976F315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574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橙色：组合判断、mux、编码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B4091A-0821-4B0E-A480-150A7F13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765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CD50FE-39A8-45DB-A92E-42C80691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099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蓝色：模块边界或外部接口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4A75C6-1F19-47F7-AB5D-1D771FD8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290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9807C9-08DD-4318-A3F3-76F2B682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5623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每个 SEQ 块在设计文档中必须标明 clock/reset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A910F7-25A2-4CA8-8B9F-37433140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common design explanation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346098-9907-4AC2-A09D-78DBB013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4611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FDCC2B-F135-4606-BEAA-E812CAA7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FUNCTIONAL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798F9-97B2-4188-BF2B-CB827679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功能原理：从输入事件到可观察结果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E2CDE-00D5-4DD3-B110-973F7699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模块接入时先引用 package/interface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44962-7F9C-422A-BC65-E9EAEEE8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33AAD-2971-4DDD-AB95-81DE3C46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复用单元承担局部 backpressure 或同步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75698-61BE-4032-AF2B-98B42B4C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2332B-0677-4A46-909C-757125E8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具体时钟域由实例化模块文档声明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66AE5-4251-456D-B183-A5910C55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990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根本逻辑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23B32-32E2-4AAE-AFB6-3AB87A79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67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0F440-033B-47B4-BF70-4159B6EE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模块接入时先引用 package/interface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7AFEC-C706-4213-8E49-A28A70DB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00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DAADC-D4C2-4178-A066-DDDD9ECA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434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复用单元承担局部 backpressure 或同步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C7D72B-BF80-4EFD-B830-CAEEA5E2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529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49DE4-B2DA-424C-AE12-206DDC2A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863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具体时钟域由实例化模块文档声明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23A25-07C1-4EE4-99E3-249E9ADA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common design explanation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8CE3F3-C148-4279-ACBA-70911BFD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730828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C1870B-D43C-4CD7-B1BB-EEFFEEDC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STATE AND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E1E39-133A-4C7E-A183-38740A28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状态/时序图：所有状态都必须可定位、可验证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08C14-3155-4FC9-B90F-7C0CE2BF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4476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本模块没有独立状态图 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若包含时序逻辑，应在后续补充 L1/L2/L3 状态图。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F7C08-6ACD-4266-98AA-D38FE953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66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8367D-DDD1-4FBF-9096-DE8E99FF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00250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当前 PPT 使用架构图与流程图表达状态归属。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FAE46-7128-41C4-83AC-2321E998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52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18D78-3642-41D9-AAE4-0BBCDB33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若后续实现新增 FSM，需要同步补充 PNG 状态图。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02110-37FA-42C2-92B3-1BD80681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common design explanation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8BC0B-7DB8-4F6E-B71F-76A9F8C2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013538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05B317-CFC4-4B4F-A7E2-B638FA6F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VERIFICATION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F20F6-5D7A-469B-B899-B0222A6F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验证方法：不是冒烟测试，而是证明交互正确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476EB-1763-4C8F-9780-7294ED50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normal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8A3DD-5128-4C36-807C-CD8A298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C573C-7A16-4EFF-952B-F268800D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0478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error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5AC94-7526-4EF8-A775-EE3C8522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2400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stall/idle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28536-5F51-4A37-A6C9-59D24C70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package 常量一致性检查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A83A1-DBF2-46E2-8CDC-DD84FFC7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30A52-D316-443F-A3AA-7504199A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interface modport 编译检查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8C956-92A2-43AF-890A-CB8E1033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809D2-CC16-401F-BF03-5F13FC56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reset_sync/sync_reg 延迟与复位行为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44AD4-4B29-4F0B-93D5-6C578B92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73B33-5534-41F9-9F34-004D9E2E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67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FIFO/skid buffer backpressure 覆盖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24E623-651E-4CDA-9FD9-F1745710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556A6E-E281-4460-9E5F-34491908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05375"/>
            <a:ext cx="7334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C3AED"/>
                </a:solidFill>
              </a:defRPr>
            </a:pPr>
            <a:r>
              <a:rPr sz="1725" b="1">
                <a:solidFill>
                  <a:srgbClr val="7C3AED"/>
                </a:solidFill>
              </a:rPr>
              <a:t>self-checking TB + scoreboard/reference model + coverage summary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AABCCE-AAE8-43DD-93F0-EE69A36B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common design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7E1CC-85BA-47F6-AFAC-C5E4E82E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572947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423E74-5DA9-49CE-8667-AB44185E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CASE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BE252-342B-4B35-9322-E9080882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 case 时间表：动作、期望、观测结果必须逐段列出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91072-A041-4294-8825-639E4367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时间段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BD6EB-3B13-4547-9772-D3EFB67C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28750"/>
            <a:ext cx="276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4AC55-8020-4BF2-A280-F28D21A9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287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期望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8C7E9-1CAD-4DFB-B2AF-8AE51210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2DC48-6D6C-4980-80CA-1412CA0F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0ns-1ns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AB8B3-9F2B-4DFB-97E8-56F90AB4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Parse `wasp1_pkg.sv`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8E166-FA9C-4822-9754-925B2256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526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Parameters and typedefs compile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BB3C2-A517-4DA9-AE73-5F98791C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526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报告未记录/待补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9B0FA-FFE5-4AA9-80C6-6F73FAB9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1ns-2ns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C7930-123A-4C22-9687-4F847949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Parse interfaces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4A2B8-4AE7-4F3A-A6F7-0B67F7CC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Modports and signal declarations compile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8E04B-1F14-43F9-8BE7-5672749E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报告未记录/待补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1A644C-24F1-4D5C-AA67-618A5A09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2ns-3ns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585B8-377D-4A27-AD29-D1E23403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Parse reset/sync helpers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65063D-D8B2-4847-8044-27F52427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Sequential logic compiles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2B3B21-798D-4604-90CE-AE09BA52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报告未记录/待补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3A988-E2B0-4B49-B255-D8DE0060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3ns-4ns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03D520-2EC4-43DF-A2F5-F012D280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242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Parse FIFO/skid buffer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7F8EAE-4131-4A49-87C9-2754F54C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242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Ready/valid helpers compile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378572-2DBD-4EDF-86F8-7EF77B49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报告未记录/待补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259275-D18A-487A-BC11-6BE4E5D7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0ns-20ns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348712-79E2-4B67-9430-B8BBCFD4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814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Assert and release reset into `reset_sync`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A9B5CB-E444-4189-BE17-CEF6DF90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814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Output reset deasserts synchronously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FB92F8-FA84-47B6-93FE-82F2B4E8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814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报告未记录/待补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C459A9-574A-4F94-8A66-9C62180F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说明：此页抽取/概括自现有 verification report。后续若 testbench 扩展，应同步更新报告和 PPT。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367FE1-B4B5-424B-915B-B0C1E05A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common design explanation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284037-C8BF-4770-BFE5-69294BC8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72706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4FAA72-9B6E-446A-8F60-0985D059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COVERAGE AND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16520-C0C5-42CF-8D89-4BE5C2F3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覆盖与风险：覆盖面决定这个模块能不能被信任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4D81C-B80D-4D53-876B-5DF5A180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package 常量一致性检查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DA67A-FA1D-4344-A922-9F2AD41B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139FC-63DC-443F-A187-961C881A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10312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9364E-7C21-4E84-AA12-E5A790CE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144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92%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C3610-AA99-40A7-89B0-C64C5CE3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interface modport 编译检查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7855B-14DD-4D80-8AFE-CEF7FA5F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0E8BD9-0D7B-4601-B737-98FF9E45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01168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A30B0-A6D7-497C-9CA0-43CD354D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14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88%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A94AE-22D9-43F1-8C8C-0A34A095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reset_sync/sync_reg 延迟与复位行为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D1DDB-3BF6-4376-8F56-F5938843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53F0C-9444-4626-831C-68423DB2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196596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07BA69-DCCE-4D89-82DB-FCB3CB92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145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86%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DEF79-1476-4C77-8CEC-196CE949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FIFO/skid buffer backpressure 覆盖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A45E9-200E-4BC3-AD25-B3F36329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780B03-DF73-4543-B83E-B0923910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192024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BA2E50-54DF-4268-9046-26190B6E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1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84%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B5CE83-AB2D-46F8-B241-186E523C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全局参数与地址映射集中在 wasp1_pkg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74C04-087F-435A-8FAC-98F106FF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90216-DAB6-439B-8485-B86F2DCE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20574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3F9DC5-E172-40A9-9F96-279E7A4A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146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90%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0BCD18-4BC5-4825-AC28-CEE5F552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AHB IP 统一使用 ahb_lite_if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8D73A5-3BF7-48D3-B0F6-5FF791BF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AEF0DE-EB40-4ED2-BE5E-F4190674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187452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1E36E6-40E4-4296-9A2D-F1292C1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147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82%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CA9934-686D-4DD5-B840-B26EFBFB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81125"/>
            <a:ext cx="3714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已覆盖维度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0FAC3C-17A0-4E7D-9389-8466541F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670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1391C4-AA76-4F68-A1FC-619BF2EA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003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package 常量一致性检查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05C0FF-8092-468C-ACEE-029BD53E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861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C33FC9-8585-40EF-B234-D66A7C3D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4194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interface modport 编译检查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15821D-994F-4E04-A18F-DAFF6612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052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57DB42-55EC-4BBE-96DC-D0CD71A9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8385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reset_sync/sync_reg 延迟与复位行为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429588-32D2-4E90-8CAC-2B5567CE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243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89C704-FDB7-450F-818F-33A21428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576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FIFO/skid buffer backpressure 覆盖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AAD374-2D89-4578-89AC-6EB76CBD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86375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风险原则：新增 RTL 行为必须先补 spec 和验证，再进集成。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E74250-4539-4946-AB33-E1A2E7FB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common design explanation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17F900-82A1-4D71-8D84-CA21E37D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785720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EEE1D1-F9E9-4D72-B45F-A7CB1390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0731B-2E5F-445A-9B9A-4280A063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结论：这个模块已经形成可讲解、可追踪、可继续扩展的设计资产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ACB54-DE52-4C45-A6A1-5486D682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设计结论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FEC43-0E55-4CC2-B838-081E9358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70ED6-3645-4255-99E4-D2C73D97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333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全局参数与地址映射集中在 wasp1_pkg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11982-D927-4118-9C23-2DFE7B90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F7F3B-2D5A-4C3F-A28A-A0843EF6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714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AHB IP 统一使用 ahb_lite_if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1928B-BB30-4234-B9E2-CBF24058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1499A-8A4B-4D5A-BFB4-17CE157F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095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core/cache 局部通路使用 mem_req_rsp_if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794E8-94D8-4D9C-88D4-B4F62D1C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39422-302A-449B-8304-D73B01C4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76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复用单元保持可综合、可参数化、目标中立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B193E9-0109-4261-8DFF-FF12ECB3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验证结论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F9222-57DD-405E-BF5E-99FB3B95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EC5CD-5B8D-4091-A890-3839BC33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package 常量一致性检查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680B9-B70D-4B61-99D3-FAFF26C2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635EB-9007-4AEF-8173-F5C8C2D6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14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interface modport 编译检查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C6D6F-E79C-46F2-85F8-41CFCDAE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819DDA-E949-41F7-90E7-5FC3AB3D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reset_sync/sync_reg 延迟与复位行为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CEB84-41EC-4D40-AD5A-12EB5C5B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B67B37-B0B8-4A41-8750-2906EE18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FIFO/skid buffer backpressure 覆盖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511DD9-F5A5-4366-9092-1A3B5C49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后续关注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ECF751-FE9B-435E-A19B-BDFC68B4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53A8D0-5F5B-45C9-9BD5-69284CE3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33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与上层集成后的端到端 case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80E0BB-9A52-43FD-9C1B-47341EB4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211D8C-E008-4168-A30E-4EBA5C9E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14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目标宏/FPGA 综合路径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3BA542-3362-43E8-8FAC-F9D22406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E9FD21-E3D8-469A-80F9-ED7CEB54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95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新增功能保持 contract 稳定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18A2A3-D62D-4026-9307-FAAB4350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E94E9A-AFFE-4F62-8AE6-B02E37D2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76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文档、RTL、TB 同步更新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0D608F-8A0D-41AC-9FA8-E6BF7E15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交付物：common/docs/wasp1_common_design.pptx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B8C39B-B486-4FD6-9191-CBD56D1E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common design explanation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46060B-5C75-4B8B-A96B-C0DB1917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270974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2026-06-18T05:30:52.5570000Z</dcterms:created>
  <dcterms:modified xsi:type="dcterms:W3CDTF">2026-06-18T05:30:52.5570000Z</dcterms:modified>
</coreProperties>
</file>