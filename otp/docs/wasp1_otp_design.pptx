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6cebe646245e0" /><Relationship Type="http://schemas.openxmlformats.org/officeDocument/2006/relationships/extended-properties" Target="/docProps/app.xml" Id="R511daf1228f64bb1" /><Relationship Type="http://schemas.openxmlformats.org/officeDocument/2006/relationships/officeDocument" Target="/ppt/presentation.xml" Id="R6e69dbedfa1b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4d3c6ab6b4bcf"/>
  </p:sldMasterIdLst>
  <p:notesMasterIdLst>
    <p:notesMasterId xmlns:r="http://schemas.openxmlformats.org/officeDocument/2006/relationships" r:id="R16f886c8b59946dc"/>
  </p:notesMasterIdLst>
  <p:sldIdLst>
    <p:sldId xmlns:r="http://schemas.openxmlformats.org/officeDocument/2006/relationships" id="256" r:id="R554760c616c64cb8"/>
    <p:sldId xmlns:r="http://schemas.openxmlformats.org/officeDocument/2006/relationships" id="257" r:id="Rb4db2b7727e74788"/>
    <p:sldId xmlns:r="http://schemas.openxmlformats.org/officeDocument/2006/relationships" id="258" r:id="R11867127c81c4272"/>
    <p:sldId xmlns:r="http://schemas.openxmlformats.org/officeDocument/2006/relationships" id="259" r:id="R33f3badd426d487a"/>
    <p:sldId xmlns:r="http://schemas.openxmlformats.org/officeDocument/2006/relationships" id="260" r:id="R14d568aa2deb4567"/>
    <p:sldId xmlns:r="http://schemas.openxmlformats.org/officeDocument/2006/relationships" id="261" r:id="Rd7e2b17269bd4c9b"/>
    <p:sldId xmlns:r="http://schemas.openxmlformats.org/officeDocument/2006/relationships" id="262" r:id="R2a886c5caf904a84"/>
    <p:sldId xmlns:r="http://schemas.openxmlformats.org/officeDocument/2006/relationships" id="263" r:id="Rc06075eaf0764386"/>
    <p:sldId xmlns:r="http://schemas.openxmlformats.org/officeDocument/2006/relationships" id="264" r:id="R927fb333bdd94c92"/>
    <p:sldId xmlns:r="http://schemas.openxmlformats.org/officeDocument/2006/relationships" id="265" r:id="R03a6cae181cb47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0f012a94174dd7" /><Relationship Type="http://schemas.openxmlformats.org/officeDocument/2006/relationships/slideMaster" Target="/ppt/slideMasters/slideMaster1.xml" Id="R05a4d3c6ab6b4bcf" /><Relationship Type="http://schemas.openxmlformats.org/officeDocument/2006/relationships/notesMaster" Target="/ppt/notesMasters/notesMaster1.xml" Id="R16f886c8b59946dc" /><Relationship Type="http://schemas.openxmlformats.org/officeDocument/2006/relationships/presProps" Target="/ppt/presProps.xml" Id="Rb5b41f9af14c49e8" /><Relationship Type="http://schemas.openxmlformats.org/officeDocument/2006/relationships/tableStyles" Target="/ppt/tableStyles.xml" Id="R9f5990b566614a72" /><Relationship Type="http://schemas.openxmlformats.org/officeDocument/2006/relationships/slide" Target="/ppt/slides/slide1.xml" Id="R554760c616c64cb8" /><Relationship Type="http://schemas.openxmlformats.org/officeDocument/2006/relationships/slide" Target="/ppt/slides/slide2.xml" Id="Rb4db2b7727e74788" /><Relationship Type="http://schemas.openxmlformats.org/officeDocument/2006/relationships/slide" Target="/ppt/slides/slide3.xml" Id="R11867127c81c4272" /><Relationship Type="http://schemas.openxmlformats.org/officeDocument/2006/relationships/slide" Target="/ppt/slides/slide4.xml" Id="R33f3badd426d487a" /><Relationship Type="http://schemas.openxmlformats.org/officeDocument/2006/relationships/slide" Target="/ppt/slides/slide5.xml" Id="R14d568aa2deb4567" /><Relationship Type="http://schemas.openxmlformats.org/officeDocument/2006/relationships/slide" Target="/ppt/slides/slide6.xml" Id="Rd7e2b17269bd4c9b" /><Relationship Type="http://schemas.openxmlformats.org/officeDocument/2006/relationships/slide" Target="/ppt/slides/slide7.xml" Id="R2a886c5caf904a84" /><Relationship Type="http://schemas.openxmlformats.org/officeDocument/2006/relationships/slide" Target="/ppt/slides/slide8.xml" Id="Rc06075eaf0764386" /><Relationship Type="http://schemas.openxmlformats.org/officeDocument/2006/relationships/slide" Target="/ppt/slides/slide9.xml" Id="R927fb333bdd94c92" /><Relationship Type="http://schemas.openxmlformats.org/officeDocument/2006/relationships/slide" Target="/ppt/slides/slide10.xml" Id="R03a6cae181cb47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8b8e6ee7f3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101e6de3c456e" /><Relationship Type="http://schemas.openxmlformats.org/officeDocument/2006/relationships/notesMaster" Target="/ppt/notesMasters/notesMaster1.xml" Id="R7f5262b2591141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acebc1db68446e" /><Relationship Type="http://schemas.openxmlformats.org/officeDocument/2006/relationships/notesMaster" Target="/ppt/notesMasters/notesMaster1.xml" Id="Rbd6c7a3a83ac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6d13ef9f9c484d" /><Relationship Type="http://schemas.openxmlformats.org/officeDocument/2006/relationships/notesMaster" Target="/ppt/notesMasters/notesMaster1.xml" Id="R72f3ad228f4b48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9a3cc2884c449c" /><Relationship Type="http://schemas.openxmlformats.org/officeDocument/2006/relationships/notesMaster" Target="/ppt/notesMasters/notesMaster1.xml" Id="Rd82b6318612448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d86653e28b44a8" /><Relationship Type="http://schemas.openxmlformats.org/officeDocument/2006/relationships/notesMaster" Target="/ppt/notesMasters/notesMaster1.xml" Id="Rb847b5934c984f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8883d4432d4b07" /><Relationship Type="http://schemas.openxmlformats.org/officeDocument/2006/relationships/notesMaster" Target="/ppt/notesMasters/notesMaster1.xml" Id="R6dcda3cd8a10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966927161a4a39" /><Relationship Type="http://schemas.openxmlformats.org/officeDocument/2006/relationships/notesMaster" Target="/ppt/notesMasters/notesMaster1.xml" Id="R6e657d989efd41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11da5839e44783" /><Relationship Type="http://schemas.openxmlformats.org/officeDocument/2006/relationships/notesMaster" Target="/ppt/notesMasters/notesMaster1.xml" Id="Re193760075794c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d53a154bc4e54" /><Relationship Type="http://schemas.openxmlformats.org/officeDocument/2006/relationships/notesMaster" Target="/ppt/notesMasters/notesMaster1.xml" Id="Rb13694da74d441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0cc09a6b064bce" /><Relationship Type="http://schemas.openxmlformats.org/officeDocument/2006/relationships/notesMaster" Target="/ppt/notesMasters/notesMaster1.xml" Id="Rb9fb37c4cf8c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3f0a9df1844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6f54a82cb54f16" /><Relationship Type="http://schemas.openxmlformats.org/officeDocument/2006/relationships/slideLayout" Target="/ppt/slideLayouts/slideLayout1.xml" Id="Reaac0779625e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c0779625e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7fb1d96f44d7" /><Relationship Type="http://schemas.openxmlformats.org/officeDocument/2006/relationships/notesSlide" Target="/ppt/notesSlides/notesSlide1.xml" Id="Rcc9ae52e5bd0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b7653ecd44eac" /><Relationship Type="http://schemas.openxmlformats.org/officeDocument/2006/relationships/notesSlide" Target="/ppt/notesSlides/notesSlide2.xml" Id="Rc84d126b17c54a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e48d6c5614844" /><Relationship Type="http://schemas.openxmlformats.org/officeDocument/2006/relationships/notesSlide" Target="/ppt/notesSlides/notesSlide3.xml" Id="Rb16be0fb6b4646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ee424180c4dc5" /><Relationship Type="http://schemas.openxmlformats.org/officeDocument/2006/relationships/notesSlide" Target="/ppt/notesSlides/notesSlide4.xml" Id="R8f44c83d3b6e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baceb27b04224" /><Relationship Type="http://schemas.openxmlformats.org/officeDocument/2006/relationships/notesSlide" Target="/ppt/notesSlides/notesSlide5.xml" Id="R517f1d00a7824a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151ba0f694465" /><Relationship Type="http://schemas.openxmlformats.org/officeDocument/2006/relationships/image" Target="/ppt/media/image.png" Id="Ra861ffac6a3945bb" /><Relationship Type="http://schemas.openxmlformats.org/officeDocument/2006/relationships/notesSlide" Target="/ppt/notesSlides/notesSlide6.xml" Id="R5bdc707612a2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f9505fac24a1a" /><Relationship Type="http://schemas.openxmlformats.org/officeDocument/2006/relationships/notesSlide" Target="/ppt/notesSlides/notesSlide7.xml" Id="Re62e387cc167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c23a0febb4b04" /><Relationship Type="http://schemas.openxmlformats.org/officeDocument/2006/relationships/notesSlide" Target="/ppt/notesSlides/notesSlide8.xml" Id="R1aa60dd891db4b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c209cbb664f91" /><Relationship Type="http://schemas.openxmlformats.org/officeDocument/2006/relationships/notesSlide" Target="/ppt/notesSlides/notesSlide9.xml" Id="Re521e78e2b3e4a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ffbaba35b4339" /><Relationship Type="http://schemas.openxmlformats.org/officeDocument/2006/relationships/notesSlide" Target="/ppt/notesSlides/notesSlide10.xml" Id="R4e50a3c2ae73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3B6A0-9DA4-433A-848D-837226E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otp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77A49-44B4-4A97-9214-4516B09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67DDF-7D8B-4414-8C0A-1256EDD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SRAM 模拟 OTP 的可执行 ROM/编程窗口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2BB13-1815-4B2D-B5C7-A168176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OTP 模块让用户程序以最终芯片的 ROM 形态存放，同时保留仿真/串口编程路径。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D66A6-A607-4FB0-A399-A36B2663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16113-A965-4370-A198-87B7C88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作为 executable program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B5873-2DD5-4FD5-AD0F-56F6482A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F1628-01C2-498C-8353-3BC9D7A2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读访问遵循 AHB-Lite slave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2EADC-E865-445E-9163-A13FBD7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F9EBF-1099-47F8-85C6-B3C11297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编程遵循 OTP 风格的写入/锁定约束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F76FD-1E74-4E4A-B141-D84A21A3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3F41D-7BFF-4687-9C37-9D0E2DF7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非法访问返回 ERROR 或保持原值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1B548-F7F8-40ED-A48D-54CFAEEC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61815-74FD-4D63-A853-5C81026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read path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03865-A6E7-4E62-850E-67128CD6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program window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8C8E9-10A4-451F-929A-EBB99B57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lock/protect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0E58D-8744-4EA2-9410-F67AA8A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OTP array model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408BB-898E-4A1B-B12B-A277AB6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ERROR response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52D5C-4541-477B-B68A-53E7997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00B59-C803-47BA-95D6-2F66212B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0343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DD6B0-0F33-4799-84D3-28B7327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8415D-B565-46D5-859E-FD08D88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EA072-6A30-4CFD-80F2-7FE19ED8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83085-8F34-48B5-B69D-E49A8454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BDCF6-DEF2-43F5-AF78-EEB10838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9EAB7-EBA8-4937-B3F7-59570775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18BB8-0C43-424E-A58B-9193FCD0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1B39E-305D-49B0-BBC9-E9EA76B6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OTP 模块让用户程序以最终芯片的 ROM 形态存放，同时保留仿真/串口编程路径。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C1E66-482B-4715-A8FD-76ED999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4A86F-F363-4A77-B3C1-20067BF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作为 executable program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40340-397B-451A-9E8B-77E1EF34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5C4B3-22B3-48D1-9101-85B6F1E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读访问遵循 AHB-Lite slave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E26DA-87EB-4BFF-B45F-38277BF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96EE0-7A62-4FA7-8782-6EC18251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编程遵循 OTP 风格的写入/锁定约束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2C9AB-9B46-46BA-B4CB-83B71338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CC1AC-2F49-4B68-A4DA-912260C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F0162-1971-41C3-9043-3DB98E48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0F5D2-6C2C-416E-9015-C8098812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F40EA-2BA9-4A44-B84D-7278E79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A528E-5C29-46EA-A761-320727E1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BD0A8-3DE6-4BFB-AC9B-3062C22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B454D-689D-4DA4-A76F-859FA974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1AC96-E667-4827-BD28-5A05F61B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D2CBD-990D-4B58-A016-9CB368D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A3CA4-F099-4F2A-98DE-31C4E621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F30D9-9C81-4338-B93E-420490B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D6DE2-41E8-4ABA-988E-713B91E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EB8CE-7321-4E23-AD23-76398AB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4531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9EE43-EB66-42DA-BA24-BCDC34D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002A1-6628-42B2-BB34-1DE44614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117C8-202F-428C-81A1-76E8CBD0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B9C01-54A7-429A-BB5A-DADB99F2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作为 executable program 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0CD4F-672C-4B56-9ACE-8A1E2DBC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3A7A7-7B3B-42F2-BA2A-C39FA6B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读访问遵循 AHB-Lite slave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393D2-CA46-4455-B080-F3288CE6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4002F-1F1F-43F8-920F-7A79A2D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编程遵循 OTP 风格的写入/锁定约束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60D5A-830C-441E-9776-3FFE6803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93D9A-99CE-4D56-B7EC-7D4A244E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非法访问返回 ERROR 或保持原值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170A8-3BEA-4AEE-B2CC-ED0B8338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76F1A-812B-4628-B765-86565A4D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软件/编程器写入命令窗口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9A284-0380-4EF6-9B6E-B2D20D43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94F25-2E0B-4F64-ACD5-D014A9D8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目标 word 被允许时完成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C34CC-47CA-4E25-8A7E-BE782030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2B3DD-613B-452F-B3BA-C565BCD3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742F9-1A5B-44BE-98B1-FE4EE1D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9088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15C98-488D-48BC-BA3B-1348DD2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CF072-2A04-44C8-834B-FDD75398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7F397-127A-43BA-A1F6-0C2C2D8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EEFB0-2EDD-4882-BDAF-9BFC7539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A0CEA-9970-4B3B-9432-C7254BBD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E4F17-5A4F-4361-91EA-4E1961B9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read path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CF37D-2B45-4BB9-8CE0-15BB134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program window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19F81-D944-44DF-B656-A7A6204F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lock/protect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B78AD-B05E-4CBF-9C05-68599F3B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OTP array model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712BB-0F97-4FFA-BDA6-1E5B1419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ERROR response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82FEB-E76F-47D0-B4B3-0A83AF8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B0066-A619-479B-A743-6056435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85702-1787-4CD5-813F-A0948FA8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0CC31-D560-4790-AF18-764FCF0D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9EFA7-6BB4-45D4-8A7B-6893DFBC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36F72-0D24-4897-BF01-530BA234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1227C-352B-4D47-9C23-C7733AC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B8AA8-3785-4E48-BB05-BA781A34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036A6-CCF8-4D36-B425-9E1EA4D2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B022F-A361-46DF-8804-BE394C99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F70FD-8FFE-42D2-8796-97DC9E4F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233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1B8B1-9DA5-4A56-B267-73628F3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A7EC1-64E4-4597-97A5-B98A4DF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92C7E-C9EC-4373-950D-0DEBB1B6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软件/编程器写入命令窗口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DA01E-4777-47B3-AFF3-397E6760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CC54C-F372-4D4D-8B6A-FE6E0EA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目标 word 被允许时完成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430A7-A22D-4006-B5DB-79A8928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E0698-EDF4-47DC-94FF-AB289500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lock 后保持只读语义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87320-83FF-4C64-BD4D-C429310E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5F407-E004-465B-93C6-5B91DB0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core 从 OTP 地址取指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34265-7C12-40C0-9D5D-1EAB759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D72A3-610B-4D21-8936-FA21B678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F61BE-E50A-4F3A-8CBD-B50D1F3E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软件/编程器写入命令窗口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23F1F-23B8-4E6B-B433-C2C30FD4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7499A-25D5-48DB-9334-247DC8A9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 word 被允许时完成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6D305-CE26-4049-B596-53A51F6C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14D1D-1F06-4B1B-84D2-5FE30E36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lock 后保持只读语义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1811E-2E5C-47B2-97BD-7914B715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E4BFD-4AE7-43D3-9DF2-2176DF8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core 从 OTP 地址取指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0231F-74E8-44B3-B7B7-8782964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3304C-9AC4-4A0F-8A34-056468E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8124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401B1-947A-4A86-ADED-7E90EF7C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81407-87DE-4B21-8B1C-5046A51B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1ffac6a3945bb"/>
          <a:stretch xmlns:a="http://schemas.openxmlformats.org/drawingml/2006/main"/>
        </p:blipFill>
        <p:spPr>
          <a:xfrm xmlns:a="http://schemas.openxmlformats.org/drawingml/2006/main">
            <a:off x="876300" y="1559719"/>
            <a:ext cx="5334000" cy="31670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5EB10-2604-4C1E-804B-49AF24FA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3CF34-896D-4F3C-AF94-0E804831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C7AAE-E808-47F6-ACA9-F3F5E46F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008F3-352B-4530-A923-DA85BA30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A50A0-F963-45B8-8BA8-8002B99C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4A573-7478-4465-B49C-DC2EE92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6BF1E-E96B-41B7-A00E-894491E3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FBF14-2CE9-4310-AAB0-8F74533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7702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07CB7-6B7C-4884-8B36-F6A38D3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70817-B63D-47E2-9ACB-A953DB38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57A63-D075-4B54-843B-79464B0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20E0C-91A3-4F7E-904C-05A58059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7194A-6ADF-43F3-974E-12A21422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A22AB-EAF2-4E84-AE31-5E8B0A59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FE2CC-1205-4618-AD5C-06B6D44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上电读默认值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2CC1B-9D8C-4D93-8C01-4AA64C4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75322-3895-46BF-A7B2-AD0BA4F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合法编程后可读回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5EEB4-DB92-48FB-B5BF-A53DEA9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EA0DA-F753-4396-992A-AA95D30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重复/锁定写被拒绝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B98FE-ADED-43EC-8070-ED25D847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98F84-D9D7-482F-A874-C58E23F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越界和错位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5381B-8FC0-4A5C-9DA9-EAF21F1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2C4C5-4613-4BBB-99DD-6C29DF3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38A59-3D07-46ED-9BA5-7F28613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06C08-EB1B-4F50-B452-86491EE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445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F3010-46D0-4567-B290-C0ABD0E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C8930-9E9B-494B-8255-8119033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AF274-5977-4E5D-8FED-3F64A114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FDF39-9CF5-4592-A599-2045764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6C942-B839-4381-A290-4846415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D28A-3F62-43BC-9965-FF2718D9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A4053-5D57-4F7D-8477-7BFE9E60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D4F22-8901-4DCD-A211-B17760C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C2AEC-947B-44F8-84F2-0E6DE140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9EE7F-163D-4D80-AA3F-925E03A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BBAE9-04FC-4004-B036-0C43CCAD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4FBB4-76C1-4B2C-8D30-78357B0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13A4C-C1DB-417F-9F67-44305577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1D5BD-CB3F-49B6-8F56-5ABC035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06862-1559-4F25-9068-8D25C27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A2513-536A-4B2F-97FE-3B74ECFC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AB707-E655-4793-8CF8-5467DA9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47C2E-B33A-4DCF-8462-F02790F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8125D-5B51-4970-9AFB-098F9C7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3E9AD-589E-478A-AF9F-5C1DAA0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E0F20-4A6F-4209-9D0F-A7BAC19B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EB4B1-0CEA-48D8-95B7-5594F1BB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C2A0F-8F92-4730-AABF-D3B259F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2F82B-8A36-4C9C-92F5-490A5D1F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AE444-95E7-44FF-A08F-88798145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815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A2EEE-8596-4BCE-B98B-6E708EC4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A3787-5BFA-49E9-A2EE-1BB4910F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497F9-6784-4B27-AE03-D4A8E2A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上电读默认值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41BD6-3A28-409F-B294-C3D5729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655F6-7D04-4E67-8FE3-4B99735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8641F-582C-4885-B9F5-9E144987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A4194-ED36-4D58-AA2E-EEE06FCF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合法编程后可读回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3B7EB-EDBF-4D27-B429-64FD373A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50556-CBEB-42DB-AC25-7530E73F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A4BB6-F505-456C-937C-1C3FE6F0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AD437-AAD4-4C1E-B621-84ACB12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重复/锁定写被拒绝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0A41E-D9A4-4454-A0A4-070479E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98CD3-9DF9-463F-9CA9-FC9C44E8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53D18-7BB7-4F2F-B54C-F4D20527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712D4-ED35-4C4C-A690-DE624284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越界和错位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5FE4D-CF1B-45E7-9DC0-25EA4F3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DC08B-5C14-4790-9EDE-A1C8411D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33C21-14EA-4D2D-B8C8-7849DC2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DFEA0-DB89-402B-A32A-D727B71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作为 executable program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21444-FEFF-4403-974B-A093DE37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A0EC1-892F-4135-9A63-D93B31DB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DD9C2-FF56-4CCB-83CD-83FE9A83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58E6C-B887-4802-8E62-5934C18A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读访问遵循 AHB-Lite slave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82E45-CBA0-42EB-BA2F-97CBA6B6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E6A23-71B9-4BDF-97DB-58EEAE3F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3AC96-08B0-474E-B892-17097BF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3982E-84C5-4C4E-AED6-1A121DAC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99FD1-E8BB-46AE-AFC6-4C7C4B86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41D30-E3F5-413E-B36C-8C68A6C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上电读默认值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571A4-42B0-4CCA-A3E9-25902A86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EEAEE-2FB0-4427-98DE-19180F62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合法编程后可读回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D0217-4C7A-4EA9-9968-B1CBA24D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227C3E-9ACB-44D7-892A-AA752C00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重复/锁定写被拒绝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72D4A-C82A-4F6E-AC77-33D4B18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B99B1A-B66F-4C2F-9885-AB6F589A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越界和错位 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1C55BC-CE39-465D-AA73-9DBF43F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53C85-2248-4B3A-A917-6B013D19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44686A-8A0B-4DFA-977C-15A41DF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2153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28930-0137-4B1D-8EC6-3366941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DBDD2-AFDB-4527-A105-B2568A32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DD475-94FC-4085-A443-774726D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5A34C-D005-4E09-A72D-FA849CBA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5B0B1-0135-4128-AE60-CBCA4451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作为 executable program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3289D-F9D9-45D6-A5B4-E40A25B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AD5C7-681B-483F-8B6D-2B906D1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读访问遵循 AHB-Lite slave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CFE56-8E9A-48A1-BD8D-5FFF20F8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2B997-4AF6-495E-92D9-4CB1D31A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编程遵循 OTP 风格的写入/锁定约束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91178-0DDF-4BCC-B607-3F8E0DFB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003B0-5BFB-4503-9C0C-09AADD6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非法访问返回 ERROR 或保持原值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E2A70-A233-4BEC-B6BA-FB39E5A8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FE7EF-1FC5-4C66-9EDE-4FE5DC66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646CD-34C5-41A9-95ED-5D15585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上电读默认值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14DEE-60A8-4D77-841A-1C58F7AD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B7E1B-A60D-4A79-BEC9-4DC906D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合法编程后可读回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B2220-C857-4926-95EF-D786307A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06C84-212C-436A-A112-213B83FD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重复/锁定写被拒绝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CC7F1-3C48-479C-9D79-E5B90E42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51190-94A5-4A2B-B59F-DE5C3C18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越界和错位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B0906-49BD-4748-826C-17A9472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CFB9A-EA28-46D8-88BF-3E8DF95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F15B0-E9F4-4F18-8EDE-56A3A8A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A9403-2879-461E-9BA4-4424882F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24DB4-F162-48FB-A2D2-BA1C3C82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9FA89-7407-45AB-A15E-A0891A40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B8FB7-AB8D-4E4C-B7F7-86F1E2F9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FD84A-65C4-44DA-B795-9873FAC0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FCA03-3629-4384-90F6-6C9E47C2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3E09F-BE2D-41D8-847C-1BDD5285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交付物：otp/docs/wasp1_otp_design.pptx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84F62-E0EA-488D-846A-A655475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otp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02CDE6-ABB5-47A7-8966-17E6575E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994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2026-06-18T05:30:56.8570000Z</dcterms:created>
  <dcterms:modified xsi:type="dcterms:W3CDTF">2026-06-18T05:30:56.8570000Z</dcterms:modified>
</coreProperties>
</file>