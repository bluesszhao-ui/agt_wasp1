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fbc3dd3334adf" /><Relationship Type="http://schemas.openxmlformats.org/officeDocument/2006/relationships/extended-properties" Target="/docProps/app.xml" Id="Rf5b34d8efd5143d9" /><Relationship Type="http://schemas.openxmlformats.org/officeDocument/2006/relationships/officeDocument" Target="/ppt/presentation.xml" Id="Re531334db843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c82b56785400e"/>
  </p:sldMasterIdLst>
  <p:notesMasterIdLst>
    <p:notesMasterId xmlns:r="http://schemas.openxmlformats.org/officeDocument/2006/relationships" r:id="Re51bd04196cf494e"/>
  </p:notesMasterIdLst>
  <p:sldIdLst>
    <p:sldId xmlns:r="http://schemas.openxmlformats.org/officeDocument/2006/relationships" id="256" r:id="R536a43145cf747bd"/>
    <p:sldId xmlns:r="http://schemas.openxmlformats.org/officeDocument/2006/relationships" id="257" r:id="R4ce940f9fa084d17"/>
    <p:sldId xmlns:r="http://schemas.openxmlformats.org/officeDocument/2006/relationships" id="258" r:id="Raf9956357b2a44bb"/>
    <p:sldId xmlns:r="http://schemas.openxmlformats.org/officeDocument/2006/relationships" id="259" r:id="R411e59e8c27c40aa"/>
    <p:sldId xmlns:r="http://schemas.openxmlformats.org/officeDocument/2006/relationships" id="260" r:id="R70e641d4791d4c79"/>
    <p:sldId xmlns:r="http://schemas.openxmlformats.org/officeDocument/2006/relationships" id="261" r:id="Rddb52946b3384a9f"/>
    <p:sldId xmlns:r="http://schemas.openxmlformats.org/officeDocument/2006/relationships" id="262" r:id="R1ba9f854dae04cc3"/>
    <p:sldId xmlns:r="http://schemas.openxmlformats.org/officeDocument/2006/relationships" id="263" r:id="R1331a7ade62a4471"/>
    <p:sldId xmlns:r="http://schemas.openxmlformats.org/officeDocument/2006/relationships" id="264" r:id="R35cdf5a12dae45a1"/>
    <p:sldId xmlns:r="http://schemas.openxmlformats.org/officeDocument/2006/relationships" id="265" r:id="R77ce39a5158b4d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b32d5a29d44f9" /><Relationship Type="http://schemas.openxmlformats.org/officeDocument/2006/relationships/slideMaster" Target="/ppt/slideMasters/slideMaster1.xml" Id="Ra2dc82b56785400e" /><Relationship Type="http://schemas.openxmlformats.org/officeDocument/2006/relationships/notesMaster" Target="/ppt/notesMasters/notesMaster1.xml" Id="Re51bd04196cf494e" /><Relationship Type="http://schemas.openxmlformats.org/officeDocument/2006/relationships/presProps" Target="/ppt/presProps.xml" Id="R8105da25a9634e1b" /><Relationship Type="http://schemas.openxmlformats.org/officeDocument/2006/relationships/tableStyles" Target="/ppt/tableStyles.xml" Id="Ra43fc26b0f6046f5" /><Relationship Type="http://schemas.openxmlformats.org/officeDocument/2006/relationships/slide" Target="/ppt/slides/slide1.xml" Id="R536a43145cf747bd" /><Relationship Type="http://schemas.openxmlformats.org/officeDocument/2006/relationships/slide" Target="/ppt/slides/slide2.xml" Id="R4ce940f9fa084d17" /><Relationship Type="http://schemas.openxmlformats.org/officeDocument/2006/relationships/slide" Target="/ppt/slides/slide3.xml" Id="Raf9956357b2a44bb" /><Relationship Type="http://schemas.openxmlformats.org/officeDocument/2006/relationships/slide" Target="/ppt/slides/slide4.xml" Id="R411e59e8c27c40aa" /><Relationship Type="http://schemas.openxmlformats.org/officeDocument/2006/relationships/slide" Target="/ppt/slides/slide5.xml" Id="R70e641d4791d4c79" /><Relationship Type="http://schemas.openxmlformats.org/officeDocument/2006/relationships/slide" Target="/ppt/slides/slide6.xml" Id="Rddb52946b3384a9f" /><Relationship Type="http://schemas.openxmlformats.org/officeDocument/2006/relationships/slide" Target="/ppt/slides/slide7.xml" Id="R1ba9f854dae04cc3" /><Relationship Type="http://schemas.openxmlformats.org/officeDocument/2006/relationships/slide" Target="/ppt/slides/slide8.xml" Id="R1331a7ade62a4471" /><Relationship Type="http://schemas.openxmlformats.org/officeDocument/2006/relationships/slide" Target="/ppt/slides/slide9.xml" Id="R35cdf5a12dae45a1" /><Relationship Type="http://schemas.openxmlformats.org/officeDocument/2006/relationships/slide" Target="/ppt/slides/slide10.xml" Id="R77ce39a5158b4d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1779012a274f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ede73e10a49af" /><Relationship Type="http://schemas.openxmlformats.org/officeDocument/2006/relationships/notesMaster" Target="/ppt/notesMasters/notesMaster1.xml" Id="R2e993fa4808f4c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6ffba1663b4a27" /><Relationship Type="http://schemas.openxmlformats.org/officeDocument/2006/relationships/notesMaster" Target="/ppt/notesMasters/notesMaster1.xml" Id="R3d3eaea011a54b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94ea7a4b184ead" /><Relationship Type="http://schemas.openxmlformats.org/officeDocument/2006/relationships/notesMaster" Target="/ppt/notesMasters/notesMaster1.xml" Id="R798b03e01dbd43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b89d2b523454a" /><Relationship Type="http://schemas.openxmlformats.org/officeDocument/2006/relationships/notesMaster" Target="/ppt/notesMasters/notesMaster1.xml" Id="R93587357bb4846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0c23248994230" /><Relationship Type="http://schemas.openxmlformats.org/officeDocument/2006/relationships/notesMaster" Target="/ppt/notesMasters/notesMaster1.xml" Id="R2f1f65dd62e64c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4ca53fb2114162" /><Relationship Type="http://schemas.openxmlformats.org/officeDocument/2006/relationships/notesMaster" Target="/ppt/notesMasters/notesMaster1.xml" Id="Rcfec9697089f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478c7c1224cef" /><Relationship Type="http://schemas.openxmlformats.org/officeDocument/2006/relationships/notesMaster" Target="/ppt/notesMasters/notesMaster1.xml" Id="R8e2f44c5b35f48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2d521bf5c45a6" /><Relationship Type="http://schemas.openxmlformats.org/officeDocument/2006/relationships/notesMaster" Target="/ppt/notesMasters/notesMaster1.xml" Id="Rdecaf8f1f1d741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8a26fbf961472e" /><Relationship Type="http://schemas.openxmlformats.org/officeDocument/2006/relationships/notesMaster" Target="/ppt/notesMasters/notesMaster1.xml" Id="Rf43b4427e2444b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a0e6798df34d32" /><Relationship Type="http://schemas.openxmlformats.org/officeDocument/2006/relationships/notesMaster" Target="/ppt/notesMasters/notesMaster1.xml" Id="R85275d5bfdde43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40e24b796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0eb7a297d94e3b" /><Relationship Type="http://schemas.openxmlformats.org/officeDocument/2006/relationships/slideLayout" Target="/ppt/slideLayouts/slideLayout1.xml" Id="R8419ef4944eb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19ef4944eb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b6c3d81243e5" /><Relationship Type="http://schemas.openxmlformats.org/officeDocument/2006/relationships/notesSlide" Target="/ppt/notesSlides/notesSlide1.xml" Id="Ra4a5b0742c3843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55094e83b4146" /><Relationship Type="http://schemas.openxmlformats.org/officeDocument/2006/relationships/notesSlide" Target="/ppt/notesSlides/notesSlide2.xml" Id="R69da05b23bbc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1dc6ae716467e" /><Relationship Type="http://schemas.openxmlformats.org/officeDocument/2006/relationships/notesSlide" Target="/ppt/notesSlides/notesSlide3.xml" Id="R2fab9107a495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8fc151a2f41a6" /><Relationship Type="http://schemas.openxmlformats.org/officeDocument/2006/relationships/notesSlide" Target="/ppt/notesSlides/notesSlide4.xml" Id="Rc020d426cf0d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bb76b75b24eb4" /><Relationship Type="http://schemas.openxmlformats.org/officeDocument/2006/relationships/notesSlide" Target="/ppt/notesSlides/notesSlide5.xml" Id="R5d08b0d0b9c8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7040488ce4e34" /><Relationship Type="http://schemas.openxmlformats.org/officeDocument/2006/relationships/image" Target="/ppt/media/image.png" Id="R2006f2d19d5145c6" /><Relationship Type="http://schemas.openxmlformats.org/officeDocument/2006/relationships/image" Target="/ppt/media/image2.png" Id="R0e60efb38f7c466b" /><Relationship Type="http://schemas.openxmlformats.org/officeDocument/2006/relationships/notesSlide" Target="/ppt/notesSlides/notesSlide6.xml" Id="Rfb8199dccb2b4a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101413d2486f" /><Relationship Type="http://schemas.openxmlformats.org/officeDocument/2006/relationships/notesSlide" Target="/ppt/notesSlides/notesSlide7.xml" Id="Rdb76804d6d64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096e0ce7a4bcb" /><Relationship Type="http://schemas.openxmlformats.org/officeDocument/2006/relationships/notesSlide" Target="/ppt/notesSlides/notesSlide8.xml" Id="Re0cf670d948544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220dd78d34371" /><Relationship Type="http://schemas.openxmlformats.org/officeDocument/2006/relationships/notesSlide" Target="/ppt/notesSlides/notesSlide9.xml" Id="R746bd01b982a42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9c2eb14014b38" /><Relationship Type="http://schemas.openxmlformats.org/officeDocument/2006/relationships/notesSlide" Target="/ppt/notesSlides/notesSlide10.xml" Id="R430f48369aee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3415B-25E5-4789-9AC0-2ABD242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bus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45226-75D1-40B4-9D84-41C6E7E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94963-D6FC-4EDC-8FCD-AEB9CEF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2-master AHB-Lite fabric 与地址解码/返回 mux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B2FDF-10E8-4D89-8228-36ABF4E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bus 把 core/dma 两个 master 接入统一的 AHB-Lite slave 空间，并提供默认错误响应。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A1058-E0E0-4523-B113-AD133A9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BF122-E2FD-4BDC-9D4A-971118F6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两主：core 与 dma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F2048-AFBB-4E80-8DE3-9DBD8A9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3A568-E47B-4636-A938-EEA7EE20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地址解码覆盖 OTP/SRAM/外设/default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C60BC-84B1-4A23-A7CC-0C7E1FB3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A3854-91EE-403E-ADFC-55891A2E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downstream HREADY low 时保持 grant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4BDD9-63EE-4D76-9638-1C2524C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4A706-AEF8-442E-B3DB-A485FD0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未映射地址进入 default error slave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4D7E2-7B92-4374-A682-CAC53D0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CC812-2D09-4DE5-A2FA-DBB1C45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core master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C0CCD-C946-40E9-A5C8-611AFC03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dma master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D5A06-3451-4494-AA83-1A692331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ahb_arbiter_2m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grant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50257-E8D9-4007-BB3B-2AF34F8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ahb_decoder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decode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2B2C2-934D-4266-B4D7-BA28622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slave ports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0..N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153BA-CD18-4EB7-8680-6167AED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ahb_default_slave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error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491B0-6AA9-44BD-9A4B-BB0D915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ahb_slave_mux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rsp mux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A3B4D-742E-4039-87B3-E9A72BDA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E0278-23E2-4328-A7D0-F34376F3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666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A18C8-9449-4E1C-A36C-3807D42E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9AE8-1ADF-45AE-B8E0-A99FBDE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8990D-B5D6-4C53-84E5-40A77E4E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2FA6-6D18-4C90-A317-CB7CBA30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B0D4F-F6F0-4321-A66C-1E5A5EB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A7334-D6A2-4B6F-B01A-43CFDDC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DF76D-CDA6-4663-BC05-5D43BEAE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8A0F2-6BE6-467F-AC19-30D89D7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bus 把 core/dma 两个 master 接入统一的 AHB-Lite slave 空间，并提供默认错误响应。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85506-1CD2-459B-89C0-1B0862A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1794F-1D22-44A5-8BFD-D211084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两主：core 与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6212D-06B7-4AFE-A9E6-6C5FE7F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5220D-7E4E-4F5C-8914-CDD30126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地址解码覆盖 OTP/SRAM/外设/default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0A099-ABE2-4CA3-998F-6BA661A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ADD4D-07E0-4DB1-A2A4-FE07DE79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downstream HREADY low 时保持 grant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38009-91BE-4C35-A86E-CFBF62AA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5F628-1B08-4A37-A4EE-EFF7870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2A268-F866-4F53-922D-B175923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D0978-9EE9-4D39-9DF6-C566FA6A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6D9DF-16AE-4188-9D3A-128D616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FFE19-524F-4806-85C4-33C72A3C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77D02-0EF2-48A4-839E-5BDCFEF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FD6CB-3B56-42C5-92C5-BA603427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988F4-A737-4B74-9008-146D8F3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F101C-FA96-45E8-83F9-5585619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A95E6-32FA-4593-AA07-0815A53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4A4B5-62AE-46D3-963B-5D366DB3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1602D-69A3-4FC5-BC54-F02F1CA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035EA-0B34-45A0-B49E-5964F62B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5166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D3231-5161-4A43-B591-74FA7BF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1C032-2531-4C61-99D2-FEC9A300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78E5-FB91-447B-A3E1-D3FAE472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ED6AB-4553-41D4-AE6B-6844097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两主：core 与 dma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789C5-F4D4-4E88-92AB-EF6C1DC9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20A79-8F0D-4458-98BB-ECF2EC0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地址解码覆盖 OTP/SRAM/外设/default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05EFE-3CD4-46E8-9E36-89608AC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E5B60-E74C-4057-B270-35D99F9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downstream HREADY low 时保持 grant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D8BF-BA83-425F-883F-FB3ED4AF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3A823-6B22-4220-BAE8-D990DD0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未映射地址进入 default error slave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847B7-5352-45AD-A20B-69BE7CE9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92337-F486-45A5-925E-0C81D3FC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master 请求进入 arbiter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A81E8-6E68-4B4A-9E29-0D7BBDF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BE6BB-F152-4C5D-B0C3-FFC17BD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grant 后地址控制进入 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4315-6CB4-472C-9428-D40DBD97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0D101-7067-49F7-82EC-8D48418F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2F8BC-9457-4163-B91E-4F8F376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4226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D0097-D7A5-4F42-BDD9-F750360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F47E3-BD1C-4DEB-8DDE-8E0FDD9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FF53C-3C93-4D48-9701-C0CCAD1D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48DFF-4C89-4EF2-A5F8-2CE06EB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AA3C5-D5AD-4836-A737-EC899AF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D825-D12C-45D3-B362-8CE68E30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core master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63DA1-3CE5-4712-964B-F052890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dma master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D78C5-55B2-4F05-9464-2427718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ahb_arbiter_2m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grant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F1A8E-EB87-435F-A08A-FE7C075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ahb_decoder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decode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1403C-EC55-43CF-9ECE-80727B68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slave ports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0..N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9553A-3531-4F05-8DA3-3E016599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ahb_default_slave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31D4F-3DDC-439F-A2D4-9824AE3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ahb_slave_mux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rsp mux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1264C-9ACC-4968-AE0C-92C3252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060C0-4271-4031-88C1-6C8FCE2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18DCC-B14B-4350-B34C-77D4887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730B2-54F2-4494-8C80-2986E04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6C803-5C9E-4CA8-A7A3-77FA34F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2BE4C-E22D-4BC4-8866-E6B2830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EE1D5-4778-4AA8-BE14-35C746C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EEA07-1AA8-4B23-8A29-C9B7A3B6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981C2-B52D-40D9-BBA6-1A4472A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095B3-2262-47BB-B597-A3A96E7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0E837-C706-4EB1-B33D-206A7C9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0019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064A3-587B-4B68-AAD9-9E2288F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83163-661D-4393-B2D3-AAF72C1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7F6AA-7AB6-4285-8553-00500E9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master 请求进入 arbiter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3D184-BCC0-4F81-B69F-0D86773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05D05-0A12-4984-B7F1-E345081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grant 后地址控制进入 decoder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1818-8E5C-4125-9695-F1F820A3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D7CE-A2FD-4316-BCC5-8624824E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slave response 通过 mux 返回获授权 master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6B368-9EFB-4BE2-A03B-551595B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00DFE-3BD9-478F-A9C1-9EE597D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非授权 master 根据状态返回 ready/hold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9D8D8-2D74-4F87-B380-A4D40023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56341-4803-44AD-9B8C-C81AE9AA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815E7-11A9-4708-9529-73CDD00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master 请求进入 arbiter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07433-0F87-469D-B4A8-A4AA5E66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747E9-AF81-4A9B-9127-11E32242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grant 后地址控制进入 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1A33B-C91E-46AC-BB72-32D308F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E6631-0263-48D7-ACD9-C6D9857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slave response 通过 mux 返回获授权 master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232A5-C58F-4597-A240-D73C37B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5D07D-D47C-4AA3-A0A9-9EBD0E8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非授权 master 根据状态返回 ready/hold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F663A-5E60-49FF-BA9F-16FE114B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7C318-6C61-4E8E-BCFB-8F7766F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3189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B2E28-264A-4AEB-BDE6-F88D8E6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A0FD-1F14-44F0-8B80-19739C04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6f2d19d5145c6"/>
          <a:stretch xmlns:a="http://schemas.openxmlformats.org/drawingml/2006/main"/>
        </p:blipFill>
        <p:spPr>
          <a:xfrm xmlns:a="http://schemas.openxmlformats.org/drawingml/2006/main">
            <a:off x="571500" y="1553766"/>
            <a:ext cx="3429000" cy="2035969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efb38f7c466b"/>
          <a:stretch xmlns:a="http://schemas.openxmlformats.org/drawingml/2006/main"/>
        </p:blipFill>
        <p:spPr>
          <a:xfrm xmlns:a="http://schemas.openxmlformats.org/drawingml/2006/main">
            <a:off x="4333875" y="1553766"/>
            <a:ext cx="3429000" cy="20359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B1113-65C6-4441-B879-B6667D1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4BD2C-6BFE-4CF1-A40C-7976355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5C8EB-1E54-4263-B3CC-A1D475C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C9B48-C96E-45AD-9942-AA678C0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4A920-A11F-40E0-B670-0ECFA53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2E8BA-9400-40BE-B6C6-84AFDC0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8B4C5-E920-4AE5-9B2E-E42D1E8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03398-95B9-4EA4-A43B-320DBEA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3591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74F7B-C770-45ED-B216-CA6BF2D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1B0E2-1334-44B6-A441-5F1E2FB8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A08E1-825E-4887-954C-0009AA1C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409FD-DE76-48D0-BC20-9A376185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DC3A6-6F4C-40A6-9360-826FB824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07E93-897F-440A-AC47-B40F2F1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4C2D8-6A8A-4519-8745-18AEA3A7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 master 直通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0513-04C7-462C-A844-F362E1C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7EED0-9948-44ED-93B1-D0ED78F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双 master 同时请求轮转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9B76-D534-4B20-AB63-B0C03D3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E14BD-6A18-4EC1-85BD-F547C275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slave wait-state 保持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29D0C-A280-4E11-8699-B6EA0705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85F00-EC7D-43AF-9622-E40C841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未映射地址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D5DE4-2B39-4948-87B1-5BA6910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71E4F-8D65-48D0-9D5A-016DED77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4652C-37A2-427C-BFAB-C7F40C0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081C6-EE3D-4D7C-AE5F-E16F27D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764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64421-37CA-478C-B23B-7BD21AD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2CB21-80A5-4521-B49A-FDE50D58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01C86-C6F9-4674-936E-F484FA61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5183C-8F95-4D50-80FA-D4358905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CABE4-E2A7-4C50-97E5-2CB577D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36688-7A70-41D7-8DEE-28A89CCF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A6D66-A53D-4035-9EC1-1052178F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0ns-20ns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F0394-6615-4AD8-854E-48C0D0D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Apply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B1746-B72F-4464-843E-BB5EC111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Arbiter grant and decoder state 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8D8A5-5CBB-4E05-8536-E97EC94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F502-CDD8-492F-BEF4-6BF1156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20ns-60ns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32A53-EE64-44F3-A37C-CB4D43C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Decode OTP/I-SRAM/D-SRAM base/mid/end addresses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9C428-89BD-418B-AEEB-69C9DB5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Matching memory select asserted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02C07-A9F4-45F2-BD47-950F3CED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 for `ahb_decoder`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2CB8C-D280-45F4-B94B-F728E05F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60ns-100ns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26F6A-5F6F-4EC4-AE6D-9295C445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Decode peripheral base/mid/end addresses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99A2F-4C58-4D41-889B-311D95C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Matching peripheral select asserted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81476-36B9-441E-9A51-1DE2A8CB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 for `ahb_decoder`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8C03A-4F31-45D3-850C-EFD6E95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100ns-140ns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25729-5932-4FF8-94FA-E41439D9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DMA reads D-SRAM address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2D068-64D9-4871-BD62-77EDED9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DMA receives grant and slave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4058E-80F6-4D4C-8514-F4F86A98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E0CD0-A605-4E2A-81CA-24EB8E4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140ns-200ns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D780C-C5CB-4971-BBB0-CB1DBD63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Core and DMA request simultaneously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7FAD7-B762-4687-9797-E89671F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Round-robin alternates accepted grants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2681B-1924-4CD3-B671-21E6F605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5A004-3E8F-49E1-9CDD-DF543BDB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5B079-F82D-4D59-980B-C9EA8A52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D7F4A-8F41-41CD-A86D-18FBAB7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0770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EB01F-7162-4FE5-AC80-5B9461A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E4721-AF9A-4F32-81D5-4489818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AEB35-1D69-47B2-B18A-9CFE6151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单 master 直通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AA7B6-4EE8-4CC2-95EB-B90D045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BB154-8B6C-4350-A959-15FBC53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77B61-92DA-4B1A-8A12-0040355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06EF4-978D-4994-80EE-CC26878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双 master 同时请求轮转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DA0F8-64D4-4053-862B-226E879F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4D675-3305-41A3-A072-97FAE6F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DD3E5-2764-47D2-A175-C324000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65321-A0EC-407B-B3D8-A13FFE76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slave wait-state 保持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4E25D-9D76-42C6-B7EF-6C2B518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8DADE-0D0D-4F09-87F1-6FCAC08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A4672-6330-4B27-9DFD-041A006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FE7C1-C187-46C8-B481-0178659C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未映射地址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CFCE1-FF9C-4853-9F43-DBDA2A7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8A362-8269-456F-A0B4-5F97FBD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1DC03-3CD0-4919-99E5-C67FB93B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12112-77BF-4CD0-B0C8-0981A03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两主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2E671-7E30-4471-931D-9E0BCE3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F616A-F413-47CD-915B-18A9F5B0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7E2D5-ADAA-4B56-81AB-BF85530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CB652-130B-4DCE-B8F5-1DB2BF2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地址解码覆盖 OTP/SRAM/外设/default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BA0C2-2BFF-4B18-A753-B8A485D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AF1BC-1EC5-4A55-B375-35E6426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D2B1D-754E-4370-8447-300892A8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1D6AB-9DC8-45E6-9DDC-A91FE77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6760F-4531-4571-A520-17F9D1F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FEAB0-3B0B-4488-A490-7F2D1C0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 master 直通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86482-BDBF-41D3-B326-CD768EB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BDFF6-1B4E-4001-B640-C9F07B3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双 master 同时请求轮转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72269-91E2-4549-9C8D-92DBD4BA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1F86A-C41E-4F59-A698-4F627279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slave wait-state 保持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3603F-3CF5-4A88-B692-D006766A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9CC4DA-5C8E-4680-978A-7EFCC39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未映射地址 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9D333-5A51-4E62-9594-225C2B91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5B0DBE-90F4-40CD-A811-A3C6C1B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DB6F0-26EB-4CC7-8642-2C158FF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3997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AFF6E-A01E-4316-881B-4878DC0A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3281E-3B70-4B5A-A24D-4AB8062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81610-4C0B-4B66-BDF6-DA098BB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1A0CD-163C-4E9A-8ABB-24FBBC7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77EAE-0447-4DB1-A87E-7DA6B80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两主：core 与 dma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9CB10-D0F0-4FC4-8636-563E6D31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FF082-5437-470B-95D1-6738AD2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地址解码覆盖 OTP/SRAM/外设/default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32B40-948D-42D0-9CDC-C19B2CE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0EAF-B66E-4862-B835-D985918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downstream HREADY low 时保持 grant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28117-E7F0-48ED-91F6-E1F9FE22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CF809-155F-4FB3-B19C-B829E49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未映射地址进入 default error slave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FDFED-5ADD-41C1-9572-A7803E8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58F23-91E0-4128-92B5-52614BE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D3C8E-999F-4D4A-89C3-F0436A59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 master 直通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6EAB-8139-43FF-B1FB-76162CF6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D897E-93C6-46D0-A23F-4B89167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双 master 同时请求轮转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FE57D-0022-40B2-B1C5-6FDA79D0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E88A6-78AD-4104-A11C-937974C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slave wait-state 保持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6C698-92EB-480B-8AD4-62C3C08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017B3-1331-4A8D-B688-F14D3C3F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未映射地址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AF245-3E9E-4D8C-8609-337FC90D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A3036-365E-4BD8-AF83-7C9114A0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FC268-1062-4BF5-954A-A5A6EFDF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72BB4-58E4-465A-B72C-6684C91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773F5-397E-4FAD-AACD-26490CD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EA78A-B83A-4733-A15B-AB97CF9A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45E94-0EA6-4646-AF35-453A78A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1AF7D-AEA4-4E8E-80D8-ED25E475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7FCC0-FC88-4F07-B972-27EBE1E9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BF4C1-E5AF-4BE2-A096-E9F7E20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交付物：bus/docs/wasp1_bus_design.pptx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E9C98-EA6B-4DC6-86FE-CD12501B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bus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173A0F-7759-4EA6-ADE6-3D4F5FC1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9567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2026-06-18T05:30:54.1870000Z</dcterms:created>
  <dcterms:modified xsi:type="dcterms:W3CDTF">2026-06-18T05:30:54.1870000Z</dcterms:modified>
</coreProperties>
</file>