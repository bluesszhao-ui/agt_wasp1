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1aff633f2e445d" /><Relationship Type="http://schemas.openxmlformats.org/officeDocument/2006/relationships/extended-properties" Target="/docProps/app.xml" Id="R6d01ff3295884a40" /><Relationship Type="http://schemas.openxmlformats.org/officeDocument/2006/relationships/officeDocument" Target="/ppt/presentation.xml" Id="R820165ab86d343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99111f1fa04e73"/>
  </p:sldMasterIdLst>
  <p:notesMasterIdLst>
    <p:notesMasterId xmlns:r="http://schemas.openxmlformats.org/officeDocument/2006/relationships" r:id="Rfbfda13821b14e75"/>
  </p:notesMasterIdLst>
  <p:sldIdLst>
    <p:sldId xmlns:r="http://schemas.openxmlformats.org/officeDocument/2006/relationships" id="256" r:id="R9c2fb41e74b1441f"/>
    <p:sldId xmlns:r="http://schemas.openxmlformats.org/officeDocument/2006/relationships" id="257" r:id="R94457972f38c4d90"/>
    <p:sldId xmlns:r="http://schemas.openxmlformats.org/officeDocument/2006/relationships" id="258" r:id="R62b9f81b7849433c"/>
    <p:sldId xmlns:r="http://schemas.openxmlformats.org/officeDocument/2006/relationships" id="259" r:id="Ra1bc7b667b5d4a60"/>
    <p:sldId xmlns:r="http://schemas.openxmlformats.org/officeDocument/2006/relationships" id="260" r:id="R14b779f30c2744e7"/>
    <p:sldId xmlns:r="http://schemas.openxmlformats.org/officeDocument/2006/relationships" id="261" r:id="R408527f865b74211"/>
    <p:sldId xmlns:r="http://schemas.openxmlformats.org/officeDocument/2006/relationships" id="262" r:id="Ra07099f006854248"/>
    <p:sldId xmlns:r="http://schemas.openxmlformats.org/officeDocument/2006/relationships" id="263" r:id="Ra4ea73af2b6c4cb5"/>
    <p:sldId xmlns:r="http://schemas.openxmlformats.org/officeDocument/2006/relationships" id="264" r:id="R80288cdb48f24461"/>
    <p:sldId xmlns:r="http://schemas.openxmlformats.org/officeDocument/2006/relationships" id="265" r:id="R0014a3e502984d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5805a63fd046c1" /><Relationship Type="http://schemas.openxmlformats.org/officeDocument/2006/relationships/slideMaster" Target="/ppt/slideMasters/slideMaster1.xml" Id="R1f99111f1fa04e73" /><Relationship Type="http://schemas.openxmlformats.org/officeDocument/2006/relationships/notesMaster" Target="/ppt/notesMasters/notesMaster1.xml" Id="Rfbfda13821b14e75" /><Relationship Type="http://schemas.openxmlformats.org/officeDocument/2006/relationships/presProps" Target="/ppt/presProps.xml" Id="Rb09faf3cb90b465d" /><Relationship Type="http://schemas.openxmlformats.org/officeDocument/2006/relationships/tableStyles" Target="/ppt/tableStyles.xml" Id="R15cdf2a700684d34" /><Relationship Type="http://schemas.openxmlformats.org/officeDocument/2006/relationships/slide" Target="/ppt/slides/slide1.xml" Id="R9c2fb41e74b1441f" /><Relationship Type="http://schemas.openxmlformats.org/officeDocument/2006/relationships/slide" Target="/ppt/slides/slide2.xml" Id="R94457972f38c4d90" /><Relationship Type="http://schemas.openxmlformats.org/officeDocument/2006/relationships/slide" Target="/ppt/slides/slide3.xml" Id="R62b9f81b7849433c" /><Relationship Type="http://schemas.openxmlformats.org/officeDocument/2006/relationships/slide" Target="/ppt/slides/slide4.xml" Id="Ra1bc7b667b5d4a60" /><Relationship Type="http://schemas.openxmlformats.org/officeDocument/2006/relationships/slide" Target="/ppt/slides/slide5.xml" Id="R14b779f30c2744e7" /><Relationship Type="http://schemas.openxmlformats.org/officeDocument/2006/relationships/slide" Target="/ppt/slides/slide6.xml" Id="R408527f865b74211" /><Relationship Type="http://schemas.openxmlformats.org/officeDocument/2006/relationships/slide" Target="/ppt/slides/slide7.xml" Id="Ra07099f006854248" /><Relationship Type="http://schemas.openxmlformats.org/officeDocument/2006/relationships/slide" Target="/ppt/slides/slide8.xml" Id="Ra4ea73af2b6c4cb5" /><Relationship Type="http://schemas.openxmlformats.org/officeDocument/2006/relationships/slide" Target="/ppt/slides/slide9.xml" Id="R80288cdb48f24461" /><Relationship Type="http://schemas.openxmlformats.org/officeDocument/2006/relationships/slide" Target="/ppt/slides/slide10.xml" Id="R0014a3e502984d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23bbd81b904f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e4b4a1757b40d3" /><Relationship Type="http://schemas.openxmlformats.org/officeDocument/2006/relationships/notesMaster" Target="/ppt/notesMasters/notesMaster1.xml" Id="Rf517e51ae9d247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6b2b1e5c6b4c1d" /><Relationship Type="http://schemas.openxmlformats.org/officeDocument/2006/relationships/notesMaster" Target="/ppt/notesMasters/notesMaster1.xml" Id="R33c745a2074743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b35a9e9fcc4d5f" /><Relationship Type="http://schemas.openxmlformats.org/officeDocument/2006/relationships/notesMaster" Target="/ppt/notesMasters/notesMaster1.xml" Id="R0d8bdba7bd004d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a29c8927ae4c8c" /><Relationship Type="http://schemas.openxmlformats.org/officeDocument/2006/relationships/notesMaster" Target="/ppt/notesMasters/notesMaster1.xml" Id="Rf6e35aa3ba1849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00b5b4a3444cf7" /><Relationship Type="http://schemas.openxmlformats.org/officeDocument/2006/relationships/notesMaster" Target="/ppt/notesMasters/notesMaster1.xml" Id="R63eece72e7a44d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ed48f542d14735" /><Relationship Type="http://schemas.openxmlformats.org/officeDocument/2006/relationships/notesMaster" Target="/ppt/notesMasters/notesMaster1.xml" Id="Recf958bda2a442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444a63f4044dc7" /><Relationship Type="http://schemas.openxmlformats.org/officeDocument/2006/relationships/notesMaster" Target="/ppt/notesMasters/notesMaster1.xml" Id="R805fc1fb366e49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8f1396e5e34b13" /><Relationship Type="http://schemas.openxmlformats.org/officeDocument/2006/relationships/notesMaster" Target="/ppt/notesMasters/notesMaster1.xml" Id="R4f09e26b2cdd4d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9e907576ce4049" /><Relationship Type="http://schemas.openxmlformats.org/officeDocument/2006/relationships/notesMaster" Target="/ppt/notesMasters/notesMaster1.xml" Id="Rf391817ce37645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2e4d91ae6646c6" /><Relationship Type="http://schemas.openxmlformats.org/officeDocument/2006/relationships/notesMaster" Target="/ppt/notesMasters/notesMaster1.xml" Id="Ra0e1da1566fb43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0040864a040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e2f4a4580040dd" /><Relationship Type="http://schemas.openxmlformats.org/officeDocument/2006/relationships/slideLayout" Target="/ppt/slideLayouts/slideLayout1.xml" Id="R3cb544fab78745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b544fab78745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dc87bd7ad4f34" /><Relationship Type="http://schemas.openxmlformats.org/officeDocument/2006/relationships/notesSlide" Target="/ppt/notesSlides/notesSlide1.xml" Id="Rdd561d2470c143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04a5dfdb84541" /><Relationship Type="http://schemas.openxmlformats.org/officeDocument/2006/relationships/notesSlide" Target="/ppt/notesSlides/notesSlide2.xml" Id="R4699db1428cf49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cc7a973af4903" /><Relationship Type="http://schemas.openxmlformats.org/officeDocument/2006/relationships/notesSlide" Target="/ppt/notesSlides/notesSlide3.xml" Id="Rb82e8b718d824b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8633ba4694f46" /><Relationship Type="http://schemas.openxmlformats.org/officeDocument/2006/relationships/notesSlide" Target="/ppt/notesSlides/notesSlide4.xml" Id="R7891f88047424a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33ed112624e4a" /><Relationship Type="http://schemas.openxmlformats.org/officeDocument/2006/relationships/notesSlide" Target="/ppt/notesSlides/notesSlide5.xml" Id="R5358efc3116043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528b990f94625" /><Relationship Type="http://schemas.openxmlformats.org/officeDocument/2006/relationships/image" Target="/ppt/media/image.png" Id="R4b44447c564a44a0" /><Relationship Type="http://schemas.openxmlformats.org/officeDocument/2006/relationships/notesSlide" Target="/ppt/notesSlides/notesSlide6.xml" Id="Rfd9e9a0d22fd43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ea1b94eae4976" /><Relationship Type="http://schemas.openxmlformats.org/officeDocument/2006/relationships/notesSlide" Target="/ppt/notesSlides/notesSlide7.xml" Id="Rea22cb6515584a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395e4a3c948d7" /><Relationship Type="http://schemas.openxmlformats.org/officeDocument/2006/relationships/notesSlide" Target="/ppt/notesSlides/notesSlide8.xml" Id="Rea8fbaf7aebe4f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fa9a7261842b6" /><Relationship Type="http://schemas.openxmlformats.org/officeDocument/2006/relationships/notesSlide" Target="/ppt/notesSlides/notesSlide9.xml" Id="Rfa961e7097bd43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65be632c24a4b" /><Relationship Type="http://schemas.openxmlformats.org/officeDocument/2006/relationships/notesSlide" Target="/ppt/notesSlides/notesSlide10.xml" Id="R8a445b6412cb44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216B49-4BBB-4982-9C53-40748891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sram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A467D-5F27-45A3-9530-58FA3483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DA99B-2D6A-447C-B28B-D40D3218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AHB-Lite SRAM slave，服务 I-SRAM 与 D-SRAM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5E1CA-5698-4988-BB27-E1669374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ahb_sram 用一拍地址捕获 + 一拍数据响应实现稳定的可综合 SRAM 行为。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E0FAC-2651-4346-BB17-CDA4A3FD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75EC6-D935-430F-8DE2-F558BE27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byte/halfword/word 访问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AEB78-2D67-40F4-AF97-09304C76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62FA1-1465-480D-9F74-9B9F64D7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半字/字要求自然对齐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9CA19-353F-4F7F-829D-3CC5FC9A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57F54-2666-4F8A-951D-50F68DFB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越界/错位/非法 HSIZE 返回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94626-56DA-4C68-83D0-80F54E13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1A33E-3792-4FF8-870B-A3422C5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Virtex-7 目标可推断 FPGA 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2A04E-417E-4F7D-A89B-52C2148B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09575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BDEBD-D64C-49F1-B1C6-677C86EC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addr phase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hclk/rst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8D4CD-66A5-4C0D-8CE9-A74682D6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range/alignment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classify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179CB-AFC7-461E-9481-19BB4DE3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byte-lane merge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mask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3CEB8-1FC0-4CB5-BBF4-E7489D88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word array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16366-80CE-4FF0-9F1B-3598AEF7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HRDATA/HRESP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A798F-9AFA-41F4-8A6D-CE768C57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sram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237EA-0890-46CE-BF10-B076E8F1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24894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663B88-C16D-4BAD-B1CE-92EB9C48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1B63A-FE05-403B-AD01-84A7FA19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B1FCC-8240-4135-9D4E-7E766DF5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E7FD1-4AD1-42F9-AA27-12DBBE6B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43A41-2CD5-4EC3-805A-BEA79609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CE560-B788-461C-85DB-DDC8EA71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C4036-B103-43F1-8319-77F68583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ABCDB-EC56-440B-92F9-63E8A610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ahb_sram 用一拍地址捕获 + 一拍数据响应实现稳定的可综合 SRAM 行为。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10BFA-D7B8-4B47-808F-7A98A2EB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A1045-D92E-4600-8F4C-FAACE33F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byte/halfword/word 访问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F6443-4787-463E-90E0-9C8D5237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39334-FE8F-4606-BF9E-2FEF08C3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半字/字要求自然对齐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0383D-F67A-4185-96CF-2D5186AB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EA279-8D82-43D5-81E2-F6E5A06A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越界/错位/非法 HSIZE 返回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1B91E-BA2D-45F2-8C74-1281A8F2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FA950-07A3-48D2-8100-F765FD60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A7CC8-B128-4DED-8297-2A911B46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EF70B-CDFE-43A2-BCBB-8DB270B0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27A30-609A-4C45-ACB9-5402D74D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D56CC9-0F4A-4802-98AF-93E3CABA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6C878-EF37-4E59-9C17-75881E5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D1C4C-080C-4B60-8732-D49969E7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C804E-E4D9-4B6A-97D2-5054A58E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97947-B3EE-4D86-B8EE-C52CF40C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30A96-20A5-4B5E-9606-587B4CCB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556CC-3AE5-4458-A92C-85175926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A74DFF-916B-42C7-81BC-7477859B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sram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195D18-0009-44ED-B115-41F757AB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5091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58153D-500B-4A91-8497-D76FD2DE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FCD56-17C1-420C-A6B2-A8B9E592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E3B88-E823-4720-92BB-A27B8D0A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C91E5-B639-4EFB-A323-C7CC4C08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byte/halfword/word 访问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9BB15-1049-4FF7-A8FD-5A0C2B1A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277C7-87A2-4C85-96E7-48504BBD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半字/字要求自然对齐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CE234-F658-4C31-9C94-44DD53E8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1D947-85AA-42B5-8392-E30BD83B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越界/错位/非法 HSIZE 返回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D9074-0604-4270-934C-AD604024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57DFF-701A-450E-9576-63EA7E13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Virtex-7 目标可推断 FPGA 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81DC9-CEDF-4623-9DEE-8EE4B5F0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DAD2C-7150-4729-867F-DED197EC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cycle N 捕获地址相位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D1E9B-8A04-493C-AEE0-4DB7C9C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FECEC-4C2A-455A-BA88-A63B9DC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cycle N+1 返回读数据或写响应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53BF7-AD40-46B9-80DD-0AEE2E05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AF3BC-E9E7-4D14-B9E1-20F8D0EF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sram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07D98-229C-4266-B2CC-2A15424E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9464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C1A074-EF8E-42B5-8326-DB5BEA38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2B693-D344-4290-99FA-6E43A5B2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3B984-1E5F-4DCC-AECE-6F5C8A9B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1B5FD-053E-47BA-98E1-F1FD63A6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2A3DC-D5FF-4210-997F-3AC44718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1EFA2-707F-4420-A39F-3DE4E4EC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addr phase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hclk/rst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17CC1-5730-4194-B093-FE0F9B77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range/alignment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classify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6616F-FCF2-42F1-BEFE-5B34C37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byte-lane merge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mask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CA50D-0D07-4C82-8E85-B5E815C5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word array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55106-0B8D-40D7-8C08-50859396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HRDATA/HRESP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78E31-9D3F-458C-8D56-E7ADE16A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49EB6-AAA4-44A3-955C-1E9EFA9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69439-7B3A-4B27-8659-1D09F49A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27C72-608C-4724-9780-AA1D385D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4FA6D-B313-48D4-AF52-487C2B0E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79F48-37B5-4604-91DE-C4EED0EC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6836E-6A4B-4BA1-95B2-2817D6CF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7C78C-CA83-4524-865E-838ED5D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29C3C-32FA-439B-8870-D0817CF7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74376-40E3-483B-98F1-9548BBF9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sram design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5290E-7A63-4D61-A725-329B9457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4370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7B09E2-F85A-4A8D-8370-015DC3A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7F8D5-41FE-457F-9244-A2DCDDC2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03549-8EC6-420D-9819-BD331CEE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cycle N 捕获地址相位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B2E8D-0EBE-495C-BEA8-9D3D429E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CF032-E201-4CC9-A763-629D3694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cycle N+1 返回读数据或写响应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F9331-07FB-4F06-B8F5-55B13C29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CB539-19AD-4CD9-8EEB-88A0DEEB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写路径按 byte lane merge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117B2-9652-4D87-A5C2-B9841512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59BA4-1497-485C-9FF5-EFC1EBFE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错误路径不更新存储阵列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10F55-1D3F-4EBF-8050-BFE372A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24404-44E6-4EBE-A7FC-AE55452F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FA8FE-3BA5-4455-B713-9BC7163B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cycle N 捕获地址相位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C48A7-38D8-40A4-A364-5D2311EB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B619C-6D7B-4CD7-8CC2-CFAFAD79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cycle N+1 返回读数据或写响应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C617A-CEB6-4821-A323-EA972062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71E84-83C3-4AF9-9FBC-372D78D7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写路径按 byte lane merge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124C6-CD51-44A7-A61B-6E91F313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23FA0-6941-477F-B104-0A492F32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错误路径不更新存储阵列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AEA8F-2263-4131-95CE-535CBDB1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sram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B9F19-AC79-41B7-AD96-14F9BCA1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5438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919D28-7C20-4587-A5FC-DAFB176B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144B1-1F27-442C-B242-14212157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4447c564a44a0"/>
          <a:stretch xmlns:a="http://schemas.openxmlformats.org/drawingml/2006/main"/>
        </p:blipFill>
        <p:spPr>
          <a:xfrm xmlns:a="http://schemas.openxmlformats.org/drawingml/2006/main">
            <a:off x="876300" y="1559719"/>
            <a:ext cx="5334000" cy="316706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B9DC4-F878-4CA0-840A-D564FB66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3876A-E322-4969-800B-43EB1062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状态图来自模块 docs/images，并与 design spec 中状态描述对应。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A9CF7-1643-4EB5-89C0-AB786C64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54855-D8FF-4B62-B485-05708700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复杂控制器默认按 L3：条件、动作、错误路径、优先级都要明确。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04334-92BF-4297-9161-2B66FA9A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101AA-2848-4FBA-A744-8C174C11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无显式 FSM 的模块用寄存器/计数器/流水线状态图表达。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6D7BA-9603-494C-9A46-1FE28531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sram design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DA677-D18E-4650-8629-D5EDE82F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82297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CEC5D7-D7E7-42D5-8486-28902AD0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124DD-C69C-44DA-A495-C067CA0F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45AC9-948B-4E66-8569-C35D498E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ADD00-2CF1-44B3-9F70-CB65B2DC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8F3BD-97EF-41E9-9346-E562DF3E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9D152-4F3D-4861-9786-24F0F7BD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623DC-297C-40F0-BEE2-1F4F414C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读写回读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3F037-E2BE-4FF3-A309-F35F7BC3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BC9B7-E9D1-44BE-BEDD-ABF191CE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byte/halfword/word lane 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56053-4FA8-46CB-9853-BF76321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02D8D-8345-4440-A3A5-8B87675A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错位和越界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6FBF2-A725-4C7C-A1A5-AAC9CAF7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29FB3-482B-4F46-9785-73AE9BC7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 lint 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3FDDF-DB50-4A27-A329-055788E3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E9109-451B-4A4D-990D-A3DB1DC6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60F59-B65C-47D3-8B32-3C763E62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sram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1BD2D-CF39-4428-9BB2-8971857F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58327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F996EE-EB37-474B-8545-20E724EB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D4A26-678E-4D5E-9058-CA513956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F4468-135D-423D-B9E8-164E8A12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CCD0D-11E6-49D2-A068-8937D338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1BDAA-A757-4132-B43A-FE0C1E09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5811A-E952-4CA9-B3B4-4F656181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9346E-495D-424D-910A-850ACEC2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0ns-40ns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62D99-F4BC-4E4D-B1C3-C56DD70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reset/init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BB11E-98D5-4997-81FA-88D9BDF2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所有寄存器进入默认状态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EC20E-B0D1-488D-BDF8-401EC8DE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6D203-6FCE-4E51-B08E-E6DE0F84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40ns-120ns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E03B8-06BE-4BDB-AF6A-149BCE1A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normal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7EBB6-4950-4C2A-9A33-3BCAFF93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基本请求响应符合 spec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6EEAC-9FB5-4B63-BF48-DC3079E5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CAC90-9CBB-4E2F-AF2D-96D57B27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120ns-220ns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44BD5-46B6-42A2-8165-4BC8A430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boundary/error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295D0-D70E-4878-B9B3-34F3AEF7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边界和错误路径被检查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C8CD6-3C54-4646-96A0-82729D4C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7A45E-3198-4B55-970B-5CC3CB33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220ns-320ns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27D77-D222-4D93-92A5-9199AC52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stall/backpressure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DB035-5B06-4C92-85AC-0162DF30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ready/valid 或 wait-state 行为稳定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E8247-EAE9-4171-B1B5-A721F411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97E91-229F-42BE-96AC-AA095D1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46AA1-E063-4FA8-A863-57DDB947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sram design explanation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F55A8B-B068-4B63-9104-4248B507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2919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1EEAA1-AA64-4ECF-B97B-EEE7A79B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6B2E9-3019-4746-B373-CC91E29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35F04-A8E7-4B3F-9423-A38D36E9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读写回读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BDAAA-BABA-45F3-847A-FE269E86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6C108-B137-469B-8A89-5B67B8A1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F34A8-5074-40F5-9A72-7E1B514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784F4-F8C1-4DAE-867C-8DC7B82F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byte/halfword/word lane 覆盖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2A29B-0FF6-4D31-AFB8-A80DAE3B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4224A-A5ED-45ED-85D6-D06AF6EA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35835-5018-419D-8D90-2417457C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048F7-D149-4736-A287-B6F330CC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错位和越界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873F3-D81E-4C67-88C7-25A340AC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198D0-59D7-4BEE-908D-17FDC350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D4D49-FFE1-49FD-B5D8-44DB86A9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EC05F-5653-45FB-B021-DD6B7B7B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目标宏 lint 覆盖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AC71D-D358-4121-A129-71A6B60D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292CE-13A5-4AB6-A5DC-18529356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E1A45-4A04-47F7-A762-F9618AF5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B8712-2291-4CE7-9656-4459B35E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byte/halfword/word 访问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6B7AD-D729-43F2-B0BF-D9831EE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15CCE-98AB-4314-919E-B87EB715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60FE2-68B8-414C-B322-DD29CACA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416CA-1A18-440E-B521-2D580B95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半字/字要求自然对齐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394A1-4E22-41DC-B57D-4516C195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01B87-20AE-42D1-9BA0-0C7A78E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C9223-A0A9-4C07-95A6-14449AB8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7BDD9-8969-4D3F-869B-86C55679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8F7178-4FD5-4DC1-AF48-45AC8603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DE9857-6411-4FDB-BF76-28634E0A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读写回读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CA9647-F2A0-4D19-9E39-3DCAB848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CB123-63DC-4F02-8B58-1273649A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byte/halfword/word lane 覆盖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6C3BA-0E0C-488C-A242-585ACDB8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F23C5-2F6B-431B-A611-24115FCF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错位和越界 ERROR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97B9F8-9F1B-4E8D-B128-923A5617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5F4038-C511-41CE-A69B-E156C066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 lint 覆盖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8A78F6-445E-493C-87B9-18AE9C64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039429-07F9-4040-89AC-2A127B26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sram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99A996-31DF-4AFC-996E-FC0ED0F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1058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E9EDA4-F759-4BFA-B7C0-D5660EE7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F1766-D603-4919-9830-6CFB5291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C33E1-9452-41AD-B965-6E6C0BAC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3E9EC-F81F-4578-AE97-0FFB14E0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969AD-ED6D-4A52-A175-36EB2724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byte/halfword/word 访问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72B3A-A64A-4ED0-B922-CCBBCA8F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74B6E-9DC2-4580-B323-6578F337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半字/字要求自然对齐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61B08-CEE1-4F24-9C8C-8FBC48F0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89F2A-2A17-4EE8-9F2A-CD4B8042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越界/错位/非法 HSIZE 返回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CA81A-E5D4-44E6-9F2D-C199F760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8FBFA-04A3-42D2-9AB0-79D0F266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Virtex-7 目标可推断 FPGA 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FBBE3-D5EB-4491-B3F0-BE305834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CB04C-6DB9-45B3-849E-51B1116B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275AA-6067-4B42-AE7B-292068D2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读写回读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FBCFF-46C7-446A-AF43-E5258845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F747C-0BA6-431D-96F5-726C4308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byte/halfword/word lane 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4061E-D1AA-4B25-A918-C34CF785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388BD-0DF7-4468-9B88-827C46FA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错位和越界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96B7A-9D0B-4FC5-9E48-C90D712D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78A83-6762-436A-BE6C-3C446032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 lint 覆盖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BF34F-4B33-4710-B4D1-45EDD219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DD7B9-E85F-4805-8B3F-D5EE832F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6BF93-0BCE-48E8-99AC-4314DC35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CB4B6-4303-4B8C-A2F9-D740654B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8A8C3-05B0-4874-8C29-5B4B65C6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0B294-765C-4F00-9ACC-19FCDEE1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62BEF9-86CF-43B2-B016-FD0C7452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9748EF-1233-44DD-88B6-721043DC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42FE2-ACED-4C18-953B-A8B852EF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11B01-3AA6-4591-933C-3E846CA9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交付物：sram/docs/wasp1_sram_design.pptx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6AE017-0BD2-441C-AEC3-C56565AE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sram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BB7B5D-097D-41D8-B884-CEB14194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2937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2026-06-18T05:30:55.3120000Z</dcterms:created>
  <dcterms:modified xsi:type="dcterms:W3CDTF">2026-06-18T05:30:55.3120000Z</dcterms:modified>
</coreProperties>
</file>