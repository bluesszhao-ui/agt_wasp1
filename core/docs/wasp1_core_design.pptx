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04cdfb08a24a46" /><Relationship Type="http://schemas.openxmlformats.org/officeDocument/2006/relationships/extended-properties" Target="/docProps/app.xml" Id="R050dba7657ad4461" /><Relationship Type="http://schemas.openxmlformats.org/officeDocument/2006/relationships/officeDocument" Target="/ppt/presentation.xml" Id="R4a5683bd6f7f4b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53e3aa6b9b4dc8"/>
  </p:sldMasterIdLst>
  <p:notesMasterIdLst>
    <p:notesMasterId xmlns:r="http://schemas.openxmlformats.org/officeDocument/2006/relationships" r:id="Rda2b4f36c9a14ad9"/>
  </p:notesMasterIdLst>
  <p:sldIdLst>
    <p:sldId xmlns:r="http://schemas.openxmlformats.org/officeDocument/2006/relationships" id="256" r:id="R140ab775373a49fe"/>
    <p:sldId xmlns:r="http://schemas.openxmlformats.org/officeDocument/2006/relationships" id="257" r:id="R19bb956091804089"/>
    <p:sldId xmlns:r="http://schemas.openxmlformats.org/officeDocument/2006/relationships" id="258" r:id="Re41e1f4ef6e84181"/>
    <p:sldId xmlns:r="http://schemas.openxmlformats.org/officeDocument/2006/relationships" id="259" r:id="R7108ded29d954de2"/>
    <p:sldId xmlns:r="http://schemas.openxmlformats.org/officeDocument/2006/relationships" id="260" r:id="Rc53b27a1e09d4157"/>
    <p:sldId xmlns:r="http://schemas.openxmlformats.org/officeDocument/2006/relationships" id="261" r:id="Rda4ece762efd4f66"/>
    <p:sldId xmlns:r="http://schemas.openxmlformats.org/officeDocument/2006/relationships" id="262" r:id="Ra34b9a98f7ff42fd"/>
    <p:sldId xmlns:r="http://schemas.openxmlformats.org/officeDocument/2006/relationships" id="263" r:id="R0dd37a5e86f04131"/>
    <p:sldId xmlns:r="http://schemas.openxmlformats.org/officeDocument/2006/relationships" id="264" r:id="Rbfe88c52ba3d4496"/>
    <p:sldId xmlns:r="http://schemas.openxmlformats.org/officeDocument/2006/relationships" id="265" r:id="Rea52af0c35434ab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aa82ca8f1942e9" /><Relationship Type="http://schemas.openxmlformats.org/officeDocument/2006/relationships/slideMaster" Target="/ppt/slideMasters/slideMaster1.xml" Id="R2853e3aa6b9b4dc8" /><Relationship Type="http://schemas.openxmlformats.org/officeDocument/2006/relationships/notesMaster" Target="/ppt/notesMasters/notesMaster1.xml" Id="Rda2b4f36c9a14ad9" /><Relationship Type="http://schemas.openxmlformats.org/officeDocument/2006/relationships/presProps" Target="/ppt/presProps.xml" Id="R11668e5b176d40a8" /><Relationship Type="http://schemas.openxmlformats.org/officeDocument/2006/relationships/tableStyles" Target="/ppt/tableStyles.xml" Id="R4cd6d3bc98ab4724" /><Relationship Type="http://schemas.openxmlformats.org/officeDocument/2006/relationships/slide" Target="/ppt/slides/slide1.xml" Id="R140ab775373a49fe" /><Relationship Type="http://schemas.openxmlformats.org/officeDocument/2006/relationships/slide" Target="/ppt/slides/slide2.xml" Id="R19bb956091804089" /><Relationship Type="http://schemas.openxmlformats.org/officeDocument/2006/relationships/slide" Target="/ppt/slides/slide3.xml" Id="Re41e1f4ef6e84181" /><Relationship Type="http://schemas.openxmlformats.org/officeDocument/2006/relationships/slide" Target="/ppt/slides/slide4.xml" Id="R7108ded29d954de2" /><Relationship Type="http://schemas.openxmlformats.org/officeDocument/2006/relationships/slide" Target="/ppt/slides/slide5.xml" Id="Rc53b27a1e09d4157" /><Relationship Type="http://schemas.openxmlformats.org/officeDocument/2006/relationships/slide" Target="/ppt/slides/slide6.xml" Id="Rda4ece762efd4f66" /><Relationship Type="http://schemas.openxmlformats.org/officeDocument/2006/relationships/slide" Target="/ppt/slides/slide7.xml" Id="Ra34b9a98f7ff42fd" /><Relationship Type="http://schemas.openxmlformats.org/officeDocument/2006/relationships/slide" Target="/ppt/slides/slide8.xml" Id="R0dd37a5e86f04131" /><Relationship Type="http://schemas.openxmlformats.org/officeDocument/2006/relationships/slide" Target="/ppt/slides/slide9.xml" Id="Rbfe88c52ba3d4496" /><Relationship Type="http://schemas.openxmlformats.org/officeDocument/2006/relationships/slide" Target="/ppt/slides/slide10.xml" Id="Rea52af0c35434a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73f948eac349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0a527c0de6405b" /><Relationship Type="http://schemas.openxmlformats.org/officeDocument/2006/relationships/notesMaster" Target="/ppt/notesMasters/notesMaster1.xml" Id="R92609c29807144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b38439f9e948f9" /><Relationship Type="http://schemas.openxmlformats.org/officeDocument/2006/relationships/notesMaster" Target="/ppt/notesMasters/notesMaster1.xml" Id="Re53ecea0934f45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6b4e077eae4785" /><Relationship Type="http://schemas.openxmlformats.org/officeDocument/2006/relationships/notesMaster" Target="/ppt/notesMasters/notesMaster1.xml" Id="R034fd8db3bfe4c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f32d185e024568" /><Relationship Type="http://schemas.openxmlformats.org/officeDocument/2006/relationships/notesMaster" Target="/ppt/notesMasters/notesMaster1.xml" Id="Rb1ecbcfbd3ba4b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256fac94804de6" /><Relationship Type="http://schemas.openxmlformats.org/officeDocument/2006/relationships/notesMaster" Target="/ppt/notesMasters/notesMaster1.xml" Id="R4662c538861a4d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d9ed347d454c02" /><Relationship Type="http://schemas.openxmlformats.org/officeDocument/2006/relationships/notesMaster" Target="/ppt/notesMasters/notesMaster1.xml" Id="Rd20b34a7ee4246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1f14d1be6a4330" /><Relationship Type="http://schemas.openxmlformats.org/officeDocument/2006/relationships/notesMaster" Target="/ppt/notesMasters/notesMaster1.xml" Id="R58f7803db48a44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96abf9728b49cb" /><Relationship Type="http://schemas.openxmlformats.org/officeDocument/2006/relationships/notesMaster" Target="/ppt/notesMasters/notesMaster1.xml" Id="R836f18e8565440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541b80ce384166" /><Relationship Type="http://schemas.openxmlformats.org/officeDocument/2006/relationships/notesMaster" Target="/ppt/notesMasters/notesMaster1.xml" Id="R8dd16ba7d64a46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1afb0778474c7a" /><Relationship Type="http://schemas.openxmlformats.org/officeDocument/2006/relationships/notesMaster" Target="/ppt/notesMasters/notesMaster1.xml" Id="R8edc100a2b0449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efca2711b049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1ced54a0824529" /><Relationship Type="http://schemas.openxmlformats.org/officeDocument/2006/relationships/slideLayout" Target="/ppt/slideLayouts/slideLayout1.xml" Id="R6aa07814aaaa4e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a07814aaaa4e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9954fa07041c9" /><Relationship Type="http://schemas.openxmlformats.org/officeDocument/2006/relationships/notesSlide" Target="/ppt/notesSlides/notesSlide1.xml" Id="R698b9d3a554a4c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0f16bf3d04362" /><Relationship Type="http://schemas.openxmlformats.org/officeDocument/2006/relationships/notesSlide" Target="/ppt/notesSlides/notesSlide2.xml" Id="Ra4f62486a16843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fc8610d764386" /><Relationship Type="http://schemas.openxmlformats.org/officeDocument/2006/relationships/notesSlide" Target="/ppt/notesSlides/notesSlide3.xml" Id="R675ef372d68d45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766c616ec48c4" /><Relationship Type="http://schemas.openxmlformats.org/officeDocument/2006/relationships/notesSlide" Target="/ppt/notesSlides/notesSlide4.xml" Id="R436dddb4baad46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88445ad234039" /><Relationship Type="http://schemas.openxmlformats.org/officeDocument/2006/relationships/notesSlide" Target="/ppt/notesSlides/notesSlide5.xml" Id="R3fdb097fd5ea48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5d9fd8ebe4d57" /><Relationship Type="http://schemas.openxmlformats.org/officeDocument/2006/relationships/image" Target="/ppt/media/image.png" Id="R4977851ce50144eb" /><Relationship Type="http://schemas.openxmlformats.org/officeDocument/2006/relationships/image" Target="/ppt/media/image2.png" Id="R6f17ff8d26da419a" /><Relationship Type="http://schemas.openxmlformats.org/officeDocument/2006/relationships/image" Target="/ppt/media/image3.png" Id="R44a3bc509b114cf7" /><Relationship Type="http://schemas.openxmlformats.org/officeDocument/2006/relationships/image" Target="/ppt/media/image4.png" Id="Rfa05b14d0c92464f" /><Relationship Type="http://schemas.openxmlformats.org/officeDocument/2006/relationships/notesSlide" Target="/ppt/notesSlides/notesSlide6.xml" Id="R298658fa711a41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eb9ef96d5481b" /><Relationship Type="http://schemas.openxmlformats.org/officeDocument/2006/relationships/notesSlide" Target="/ppt/notesSlides/notesSlide7.xml" Id="Ra2792b3f39694e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71247d3b0443e" /><Relationship Type="http://schemas.openxmlformats.org/officeDocument/2006/relationships/notesSlide" Target="/ppt/notesSlides/notesSlide8.xml" Id="Rfd1b930c14fb4c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e9b2dc77e4b7a" /><Relationship Type="http://schemas.openxmlformats.org/officeDocument/2006/relationships/notesSlide" Target="/ppt/notesSlides/notesSlide9.xml" Id="R69081f6148e243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03a01d2a34d54" /><Relationship Type="http://schemas.openxmlformats.org/officeDocument/2006/relationships/notesSlide" Target="/ppt/notesSlides/notesSlide10.xml" Id="R8e679865ff7849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2AD8B2-B626-4CFE-9930-1082C649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wasp1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6B7EA-94E0-4F1C-8E12-9A441375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模块讲解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A1346-29AB-4E77-9504-CF1C62CD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RV32I + Zicsr machine-mode core wrapper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EDD57-65D1-4144-912B-04E06CCA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core wrapper 很薄，真正的流水线、CSR、trap 和 LSU 状态位于 core_int_datapath。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C2B14-6CFE-47C4-8A1D-AFE8C180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D6653-407E-4496-83ED-1B146D6B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RV32I + Zicsr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F8D7E-DD73-4757-9980-288C6095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EC0E6-BAFB-44D8-A3C1-2C24FEDB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Machine mode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9D045-4A80-45FB-B2F4-7AC692BE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545E9-7D57-40FF-8742-402DC914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无 MMU/TLB/PTW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E0D09-5251-4262-9B71-F1ED46B7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0705E-8BC9-468B-ADCF-B528BEA2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中断/trap/mret 由 CSR/trap 路径处理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20D23-B67B-4379-994F-FB95A535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42950"/>
            <a:ext cx="4762500" cy="457200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69208-1BD7-4FDE-9502-6511222F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0015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frontend instr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stream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BA62F-5EDC-469A-B75D-390C0494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20015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core_pipe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3CD6E-5FF6-499D-B005-781B8136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0015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decode/ALU/BR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execute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2444C-1DDD-4156-9D04-F665BE49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regfile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xregs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237D0-D525-44E6-B253-7B7F5731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1455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CSR/trap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machine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2AB9E-2D94-41D5-BAAC-E7E5C4C4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1455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LSU dmem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V/R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CFD1A4-139C-4471-A4D9-13453B19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commit/debug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observe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D1DF4-CBA8-4750-A1B1-0256DF99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core design explanation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CB062-09EB-46DB-949A-B695D626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085815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5EE3AC-96EB-41B5-AA31-F391BAB6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GOALS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8B481-F4FC-4D19-8DF7-1291DB32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设计目标与边界：先把职责收紧，再谈扩展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CC87A-D038-4FC7-B5DE-E6DD90AC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AF67E-56D3-4EA7-8AA3-D2D30F4C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CFA3B-4B39-43DB-A7A8-B8D590E8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3B9BD-37EB-4894-AEB7-7021D052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模块定位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8EC82-A19D-4617-B75D-CE10747B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261CC-8945-42D6-87D4-06A7CCB9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core wrapper 很薄，真正的流水线、CSR、trap 和 LSU 状态位于 core_int_datapath。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54CDA-F324-4539-9F9B-AF7154C2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95019-C2CA-47DA-8D50-0F97BFEE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RV32I + Zicsr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59122-521E-403D-BA0C-3D06F8B9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D5352-44AE-447C-9CFE-C22E95D7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Machine mode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6239D-0322-45D1-AF8D-19A265A3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7B198-A3E3-4AF6-9B8A-D9C174A5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无 MMU/TLB/PTW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CC47F-15F0-4F04-9C6E-6FB86A7F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247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外部可见契约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6C561-1EA4-4F95-833E-22461BA3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BB6F4-2BF7-4CAA-A653-728E89D9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接口、寄存器语义、错误响应、中断/握手行为必须稳定。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实现可替换，但软件和总线观察到的行为不应改变。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A866F-7CA1-4FCC-B563-8D5E50BA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95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实现侧选择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760EC-ADB5-453A-A9BE-D390C7F1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6416D-F9E6-42F7-9FE9-D62F1EF7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146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明确 SEQ/COMB/IF 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E4BCD-8BB7-4C31-AB40-3FCD44C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CC9F5-0502-418D-943C-6A592184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718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状态归属到叶子或寄存器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252F90-79A2-4CE5-8F6C-95D8C1E6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C73C12-D74F-4BC3-8724-7685B60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290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IC 与 Virtex-7 FPGA 行为一致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7357D6-F743-4069-AD33-85420C20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4C767-6A0D-453D-8027-A28C9DC8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862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验证覆盖正常/边界/错误/停顿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15BCA6-6608-45ED-A4E6-2833B420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core design explanation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110761-3999-4339-87C7-DBF04726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4976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D5857A-4604-4D9B-950B-DFE47C23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EXTERNAL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790A6-D100-4121-B4A4-857A1F70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接口契约：软件/总线/相邻模块能观察到什么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38196-7F3D-460B-A81E-A30D7592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B4782-2567-4A13-8D62-1225002F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52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RV32I + Zicsr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9ABC3-1479-4252-9C8F-410014C5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F8A72-F0FD-4A5E-A2F2-C676C5C4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383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Machine mode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7B260-048A-4411-ABA2-C5D1E027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429AB-52DB-4D16-9300-5CB40A63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241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无 MMU/TLB/PTW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15FC4-EDE7-443B-B0A2-4AA3CEA5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A25AF-9371-4F1B-8D73-732ED031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099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中断/trap/mret 由 CSR/trap 路径处理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D67A7-E92A-471F-87B3-F00526E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5263B-1894-4E7A-BC1D-BFA2044F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957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frontend 指令流进入流水线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0D5B0-6B51-4BC7-A80B-839FDA24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E089E-BC7E-4F21-ABAA-59AE7DEE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81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decode 产生控制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E1520-D80D-41BC-A2AE-920E73F6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契约优先级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spec &gt; design spec &gt; RTL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D7588-4B64-47AF-BB58-C3CDBB0A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core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463A9-0F0B-4763-B06F-D9B46336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89302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C69D59-6C7D-4C0C-94E4-C57C3DFB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ARCHITECTURE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C80E7-4C63-407A-BEE1-5533ED77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总体架构图：SEQ、COMB、IF 明确分开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3E0A3-CEE1-449F-B2DC-A9ABCE99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8B452-CB5E-44F6-B25B-30589979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D67F8-C1F1-4E65-B38B-09D42ADF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CB611-E431-4F44-A39F-F74BD3C2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frontend instr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9C7B8-8F65-41B4-B547-0854F9F0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core_pipe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FD559-545C-4EC6-91A7-EDDDC777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decode/ALU/BR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65E82-BB14-4419-A039-049B4975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regfile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xregs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13155-8D88-4F25-B7B2-AA47BE7C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CSR/trap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machine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13501-8CBA-4532-AF83-693BED55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LSU dmem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V/R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9E063-81A1-4BD6-8586-B18D435E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commit/debug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observe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F6E40-72A4-45D5-874B-BBB6AB99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图示原则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CF2F2-511B-41A3-872F-D97F27F5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716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6A70F-1794-4DA3-B8DF-5EDCF4FB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050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绿色：时序状态或寄存器/存储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ED95B-B275-4226-A003-92807606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07218C-6949-4BCE-BE37-81FE3707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574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橙色：组合判断、mux、编码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8932A-1F28-4F8B-96BB-BD6D4C7E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76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9ED44-1714-4143-8A4F-80E1BF41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蓝色：模块边界或外部接口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39C55-6D3C-4DCD-819D-F31AF7FE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290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DE176-0E58-4395-9BB6-4760561A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623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每个 SEQ 块在设计文档中必须标明 clock/reset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CE568F-AD45-49F0-9CE4-EB138812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core design explanation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7BB51-D03D-4A43-A583-23C48598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12143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949C6B-186A-4AF1-AEB0-F4D81453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FUNCTIONAL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220C6-B9B2-4EC3-846C-CE6D3829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功能原理：从输入事件到可观察结果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1DF89-5193-4FDC-A581-3E45355B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frontend 指令流进入流水线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AB41A-F06E-489E-91C9-94A4829B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BFE85-F866-41A4-BF3B-41C8C90A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decode 产生控制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0C356-9A66-4D4A-8ADA-A9364DB4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9C3DF-36A3-40CE-B3AE-D133D8EC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execute/LSU/branch 更新结果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5BAD2-A905-4A37-B75D-0C95B7AA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C1497-8D15-45CD-B1C0-4E615FF7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writeback/CSR/trap 驱动提交或重定向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9C974-E920-4F0A-9036-51670C08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根本逻辑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83C0A-9BD1-40E9-A519-8BB839F7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0E404-2DE2-4984-A3AE-263DCE73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frontend 指令流进入流水线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CAA32-9373-4F72-9232-2E186F83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DBC95-9653-4C79-AEA6-415D623A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decode 产生控制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86145-6D99-480C-B764-FBE0DB8F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94AF3-E882-4B33-8929-33003276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execute/LSU/branch 更新结果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12839-65C7-46D7-BFFD-CB75FE36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47D2C-E1EB-4AA8-8FDA-907E9B66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writeback/CSR/trap 驱动提交或重定向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13768-AAF1-49F5-9B7F-E31DCE72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core design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E5F72-8FE6-40CE-B3A7-FE7E2115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455365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D8B5B0-8910-4486-918B-37C38387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STATE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7C9E1-2613-459C-B570-6D0542CC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状态/时序图：所有状态都必须可定位、可验证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7851ce50144eb"/>
          <a:stretch xmlns:a="http://schemas.openxmlformats.org/drawingml/2006/main"/>
        </p:blipFill>
        <p:spPr>
          <a:xfrm xmlns:a="http://schemas.openxmlformats.org/drawingml/2006/main" flipH="0" flipV="0">
            <a:off x="571500" y="1553766"/>
            <a:ext cx="3429000" cy="2035969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7ff8d26da419a"/>
          <a:stretch xmlns:a="http://schemas.openxmlformats.org/drawingml/2006/main"/>
        </p:blipFill>
        <p:spPr>
          <a:xfrm xmlns:a="http://schemas.openxmlformats.org/drawingml/2006/main" flipH="0" flipV="0">
            <a:off x="4391853" y="1381125"/>
            <a:ext cx="3313043" cy="23812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3bc509b114cf7"/>
          <a:stretch xmlns:a="http://schemas.openxmlformats.org/drawingml/2006/main"/>
        </p:blipFill>
        <p:spPr>
          <a:xfrm xmlns:a="http://schemas.openxmlformats.org/drawingml/2006/main" flipH="0" flipV="0">
            <a:off x="640773" y="4000500"/>
            <a:ext cx="3290455" cy="19050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5b14d0c92464f"/>
          <a:stretch xmlns:a="http://schemas.openxmlformats.org/drawingml/2006/main"/>
        </p:blipFill>
        <p:spPr>
          <a:xfrm xmlns:a="http://schemas.openxmlformats.org/drawingml/2006/main">
            <a:off x="4444164" y="4000500"/>
            <a:ext cx="3208421" cy="1905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65255-2BFE-42D0-BDD8-1D8F7E3F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85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9C152-2892-4E58-97AA-67920964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状态图来自模块 docs/images，并与 design spec 中状态描述对应。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62635-AD99-44FB-BA37-1DAD829C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ECFA1-39B9-4178-9D08-4732DE48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复杂控制器默认按 L3：条件、动作、错误路径、优先级都要明确。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D7E02-EC4D-446C-B3BA-9D712D24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8579D-BAAF-4C04-A2ED-067B79D2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无显式 FSM 的模块用寄存器/计数器/流水线状态图表达。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DCA04-30B9-4B0A-B83F-C005E06C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core design explanation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00ADF-78C4-4386-9323-F27CD870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563021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36005E-D1C3-496D-8AAD-DAA48405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VERIFICATION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D14D1-01D9-4BDB-A6A1-17926BBA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验证方法：不是冒烟测试，而是证明交互正确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BC772-0BC8-4018-8BBD-7E389050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normal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B3B73-07F6-435C-8FF8-6CFBF875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1794E-9CC6-4D8C-8F7C-768A15E0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478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error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D300A-8D54-4980-903B-ED3E366B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240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stall/idle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3979D-A4C6-4ADD-895B-D982618A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ALU/branch/decode 单元覆盖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D71C0-05AB-45AE-85BB-5489320D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3501A-341A-402A-A391-FD53FE24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load/store 与 hazard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595B0-1BAD-4A0A-B70A-F470D8C4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F772D-253D-4DC4-AADE-300EC2EA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CSR/trap/mret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D5A78-1CF7-471A-BA86-1883FB48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E5FAE-7986-469A-AB58-10847569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67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pipeline stall/flush/commit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23EDE-C6ED-4EA3-98FE-1373BC55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44A22-BFF5-4D54-90D1-100A995C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05375"/>
            <a:ext cx="7334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7C3AED"/>
                </a:solidFill>
              </a:defRPr>
            </a:pPr>
            <a:r>
              <a:rPr sz="1725" b="1">
                <a:solidFill>
                  <a:srgbClr val="7C3AED"/>
                </a:solidFill>
              </a:rPr>
              <a:t>self-checking TB + scoreboard/reference model + coverage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36C6E-F15E-4BDE-83F7-930F9251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core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5DE2D-1A3D-415A-9531-3675C021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09567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7E2833-FFEA-45E0-BC47-4EFFFA65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CASE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EC4D8-5435-4896-9109-54C34D70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 case 时间表：动作、期望、观测结果必须逐段列出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5E034-BC41-412B-A4C8-3926AB3A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时间段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26CC2-8C18-4680-9ECD-03D6CD6C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F490B-B1C3-4A9E-AB4C-9A0CF7D6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期望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00B2D-56F3-4A2F-A782-54529014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9D992-8232-42B0-BC20-F31357C8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0ns-20ns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B73A0-5026-4E9A-98D8-4A975B0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Hold reset active.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21E57-BE53-44B1-9114-8910EFC7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No execute, no commit, no trap while reset is active.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105B2-28CD-4E7F-AE35-69C66E74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266B2-3A9D-4CAA-BCD4-6B014B03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50ns-70ns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DCD82-2337-48B3-A42B-664CFE66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Feed ADD instruction.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9B520-601F-4724-A256-7A8E58BA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Second ADDI commits `x2=8`; forwarding path is observable by result sequence.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B3B3C-1AA9-410C-AFF4-7A3ADC4A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E48B5-F250-4BE7-B6F8-94C98AA1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90ns-110ns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329F3-5B3F-4DC5-AF2E-962442A0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Feed `lw x21,0(x20)`.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C1EC6-C0CC-415E-BDFE-4717F1C4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Data request address is `0x300`, size is word, load commits `0xCAFE_BABE`.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AE5ED-E209-4B55-A779-4771031A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B120D-18CB-4637-98C7-43F9DCBE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130ns-150ns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EAE5E3-0A55-4991-9044-4597A54B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Feed NOP drain.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1F110D-5C0D-4C2C-ABC2-FA297D15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Dependent add commits loaded value.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1A8A8D-C14F-4062-B851-FA057551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报告未记录/待补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38A5D-4710-4DFD-B254-AB5C839A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0ns-20ns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AD8E36-5E31-4DD1-8D28-7FFCE3B1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814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Hold reset active.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06308F-F895-46A0-9567-E173E568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814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No execute, commit, or trap while reset is active.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55A6BB-9E30-48B7-A3CB-200674B4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814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PASS: reset observation matched.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3D011C-4E2A-40DC-86EC-3A34751E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说明：此页抽取/概括自现有 verification report。后续若 testbench 扩展，应同步更新报告和 PPT。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6EB414-ABE8-4D3C-A0B3-11F268F7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core design explanation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39A2E4-EA79-438F-8349-BB91B5CA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933661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408227-E5B4-4A8F-853A-6579ABDC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COVERAGE AND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A678B-0370-4D55-84A4-FA057ACA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覆盖与风险：覆盖面决定这个模块能不能被信任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C7B95-AB3F-4BC0-A645-204701AF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ALU/branch/decode 单元覆盖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7E977-B246-4928-9ABA-3A77F437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38F11-1185-4D60-A131-FF711DA4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1031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2BCED-6686-4ACF-A545-4DBEA89E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144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41946-9F8B-4E27-88F8-0F4FE7B8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load/store 与 hazard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7CF75-89F9-4ECC-B237-4BEC30C8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BB151-8287-400F-98D0-756E9E5E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01168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B49DB-89AC-40F6-AECD-6930AF51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14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A783E-3D0E-4C5A-B421-4B1CE5DA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CSR/trap/mret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1F970-2344-44EE-92C9-242F5526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88340-F09C-4F5B-9076-2BC8CD09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196596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F7F9E-802D-4CF2-B9F3-CB453E91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145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86%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BA125-8060-43AE-99C5-287BD142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pipeline stall/flush/commit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4B80B-D2BD-4283-ABEF-66ACD6AD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BD862-5518-43E4-A6CA-B9C957DB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192024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698D4-139C-4CD3-8CB9-C9467872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84%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58EAE-3B5B-4A96-BB64-4C1C0582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RV32I + Zicsr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77DB7-8574-436E-8A89-EEF421ED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EFA2F-DCB3-4613-AD94-9560B8D0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0574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161F1-BC28-4C37-9C7B-B795EB8D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146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8446BD-341B-455E-94DC-67427923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Machine mode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37643-F2C8-4C5B-95BF-2BC5BE1A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5A1DE6-1EB3-423F-B1E2-564F035C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18745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4F0EE3-2CB5-48CF-9109-8B1B028C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14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716DAA-66B6-40F3-88D2-7F6435B2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3714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已覆盖维度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A27511-5E09-456F-BBE9-3523A914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670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FED643-E83B-4255-9978-2F5365F2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003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ALU/branch/decode 单元覆盖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E37146-027E-4C72-A135-B1ADBDAD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861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1DF4C1-DD80-4D1E-BC5F-61E61DC6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194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load/store 与 hazard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65AA26-49CE-4452-A3AE-2DFCE1CE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AEBC9C-151F-4B8D-8EB4-71925560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8385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CSR/trap/mret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75EABF-38A5-45FD-9AEB-B3B98221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243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084037-B068-4E1F-9EF7-CF668853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57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pipeline stall/flush/commit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3ABD84-36A9-4F29-8D3F-A8C16494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8637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风险原则：新增 RTL 行为必须先补 spec 和验证，再进集成。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A6AA4A-A05E-4D24-9356-AF65F653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core design explanation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D2E420-D344-49EC-BCED-65EB2E2F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49223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22979C-FB80-4101-B9D2-F8E97361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42B81-D871-499C-B29E-A9BB337F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结论：这个模块已经形成可讲解、可追踪、可继续扩展的设计资产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7C36A-0ABE-4DBB-94F2-F14561C6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设计结论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A76EE-6B24-4A91-8FCF-A9AF9BB8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CDFC5-7CBB-4CBD-BBD6-5617924D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33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RV32I + Zicsr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BB1AB-1DDD-4A14-9E54-3CE59BC7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C534A-D224-4689-A7CA-CEDE4E32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14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Machine mode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47B5A-9709-4CAF-8961-889A2048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EF61A-6954-4D20-8CE4-00806846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95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无 MMU/TLB/PTW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96BAB-CDAB-432E-9DE0-E2D1DDCD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848B0-DD89-4644-BC3A-8E322C57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76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中断/trap/mret 由 CSR/trap 路径处理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CEA14-7B93-400A-855B-7DA9D71A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验证结论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DEF02-B69E-4D57-9BB2-7B8E3C9D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C610F-AD2F-42E6-9310-D5440BD3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ALU/branch/decode 单元覆盖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CEC3B-CF14-4410-811C-D2994AAA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8848F-A7B6-477E-92C6-BC15ADB8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load/store 与 hazard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8FE84-E794-442A-8F96-1777DF2E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12206-4AC1-4D64-8458-785223FB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CSR/trap/mret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67E9B-8351-4080-AC7C-B01DC491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23706-650E-4F5F-93A5-0C36CC61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pipeline stall/flush/commit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77577-D82B-414B-BC36-90484479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后续关注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060627-7405-45FF-B698-2AAA423F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15C9ED-2E1E-4F80-8775-2E226FE7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与上层集成后的端到端 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FA3CEB-0D78-4ADA-A146-6BCE407C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554573-8BBF-45C1-AC4F-13F5224F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目标宏/FPGA 综合路径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B90F91-AACC-4F22-B7E5-09EDFD50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FA9E6D-46A9-453D-9AA6-7420AAA5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95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新增功能保持 contract 稳定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60C79D-9183-4E9F-BC63-AF764FF7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12179D-801E-447B-AEB9-B4F180E2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76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文档、RTL、TB 同步更新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D92F4F-1777-415A-8718-B8E02D5C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交付物：core/docs/wasp1_core_design.pptx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B60E0-6333-4209-9BEE-5FA19017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core design explanation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391805-B658-4EBB-A92D-999A63B5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95918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2026-06-18T11:45:52.5490000Z</dcterms:created>
  <dcterms:modified xsi:type="dcterms:W3CDTF">2026-06-18T11:45:52.5490000Z</dcterms:modified>
</coreProperties>
</file>