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3b064bd12c4687" /><Relationship Type="http://schemas.openxmlformats.org/officeDocument/2006/relationships/extended-properties" Target="/docProps/app.xml" Id="R2cc66ff834174c3f" /><Relationship Type="http://schemas.openxmlformats.org/officeDocument/2006/relationships/officeDocument" Target="/ppt/presentation.xml" Id="R5c3c949ccae04f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3191c953a2495d"/>
  </p:sldMasterIdLst>
  <p:notesMasterIdLst>
    <p:notesMasterId xmlns:r="http://schemas.openxmlformats.org/officeDocument/2006/relationships" r:id="R53f0abf74a9d4e6e"/>
  </p:notesMasterIdLst>
  <p:sldIdLst>
    <p:sldId xmlns:r="http://schemas.openxmlformats.org/officeDocument/2006/relationships" id="256" r:id="Re3e3690cedbc4bc6"/>
    <p:sldId xmlns:r="http://schemas.openxmlformats.org/officeDocument/2006/relationships" id="257" r:id="Rd6ce853912614bcc"/>
    <p:sldId xmlns:r="http://schemas.openxmlformats.org/officeDocument/2006/relationships" id="258" r:id="R2ac3eaad72664db3"/>
    <p:sldId xmlns:r="http://schemas.openxmlformats.org/officeDocument/2006/relationships" id="259" r:id="R3858d2e76ed14b5a"/>
    <p:sldId xmlns:r="http://schemas.openxmlformats.org/officeDocument/2006/relationships" id="260" r:id="R6e928c60e786422b"/>
    <p:sldId xmlns:r="http://schemas.openxmlformats.org/officeDocument/2006/relationships" id="261" r:id="R81969cf4f17240fb"/>
    <p:sldId xmlns:r="http://schemas.openxmlformats.org/officeDocument/2006/relationships" id="262" r:id="R6e4bd264baed4315"/>
    <p:sldId xmlns:r="http://schemas.openxmlformats.org/officeDocument/2006/relationships" id="263" r:id="Re47e9d8eefec44e1"/>
    <p:sldId xmlns:r="http://schemas.openxmlformats.org/officeDocument/2006/relationships" id="264" r:id="R28bf9000f79a4c08"/>
    <p:sldId xmlns:r="http://schemas.openxmlformats.org/officeDocument/2006/relationships" id="265" r:id="R30ec7fd95b4a46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bf72d55aa648a8" /><Relationship Type="http://schemas.openxmlformats.org/officeDocument/2006/relationships/slideMaster" Target="/ppt/slideMasters/slideMaster1.xml" Id="R923191c953a2495d" /><Relationship Type="http://schemas.openxmlformats.org/officeDocument/2006/relationships/notesMaster" Target="/ppt/notesMasters/notesMaster1.xml" Id="R53f0abf74a9d4e6e" /><Relationship Type="http://schemas.openxmlformats.org/officeDocument/2006/relationships/presProps" Target="/ppt/presProps.xml" Id="R99b69cc4492f4da9" /><Relationship Type="http://schemas.openxmlformats.org/officeDocument/2006/relationships/tableStyles" Target="/ppt/tableStyles.xml" Id="Rca6219a2c0434ba2" /><Relationship Type="http://schemas.openxmlformats.org/officeDocument/2006/relationships/slide" Target="/ppt/slides/slide1.xml" Id="Re3e3690cedbc4bc6" /><Relationship Type="http://schemas.openxmlformats.org/officeDocument/2006/relationships/slide" Target="/ppt/slides/slide2.xml" Id="Rd6ce853912614bcc" /><Relationship Type="http://schemas.openxmlformats.org/officeDocument/2006/relationships/slide" Target="/ppt/slides/slide3.xml" Id="R2ac3eaad72664db3" /><Relationship Type="http://schemas.openxmlformats.org/officeDocument/2006/relationships/slide" Target="/ppt/slides/slide4.xml" Id="R3858d2e76ed14b5a" /><Relationship Type="http://schemas.openxmlformats.org/officeDocument/2006/relationships/slide" Target="/ppt/slides/slide5.xml" Id="R6e928c60e786422b" /><Relationship Type="http://schemas.openxmlformats.org/officeDocument/2006/relationships/slide" Target="/ppt/slides/slide6.xml" Id="R81969cf4f17240fb" /><Relationship Type="http://schemas.openxmlformats.org/officeDocument/2006/relationships/slide" Target="/ppt/slides/slide7.xml" Id="R6e4bd264baed4315" /><Relationship Type="http://schemas.openxmlformats.org/officeDocument/2006/relationships/slide" Target="/ppt/slides/slide8.xml" Id="Re47e9d8eefec44e1" /><Relationship Type="http://schemas.openxmlformats.org/officeDocument/2006/relationships/slide" Target="/ppt/slides/slide9.xml" Id="R28bf9000f79a4c08" /><Relationship Type="http://schemas.openxmlformats.org/officeDocument/2006/relationships/slide" Target="/ppt/slides/slide10.xml" Id="R30ec7fd95b4a46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7bdebc9a714f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1321da509d49bd" /><Relationship Type="http://schemas.openxmlformats.org/officeDocument/2006/relationships/notesMaster" Target="/ppt/notesMasters/notesMaster1.xml" Id="Ra18bac50316741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6907ec4082434c" /><Relationship Type="http://schemas.openxmlformats.org/officeDocument/2006/relationships/notesMaster" Target="/ppt/notesMasters/notesMaster1.xml" Id="Ra0da08a8b6d74f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12157740e14bed" /><Relationship Type="http://schemas.openxmlformats.org/officeDocument/2006/relationships/notesMaster" Target="/ppt/notesMasters/notesMaster1.xml" Id="R9bc5d052d0d44f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ff6e1c25824769" /><Relationship Type="http://schemas.openxmlformats.org/officeDocument/2006/relationships/notesMaster" Target="/ppt/notesMasters/notesMaster1.xml" Id="R401f76a7aacd4f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80245f43e64a11" /><Relationship Type="http://schemas.openxmlformats.org/officeDocument/2006/relationships/notesMaster" Target="/ppt/notesMasters/notesMaster1.xml" Id="R04ffad9bc54b4c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551681857b41fb" /><Relationship Type="http://schemas.openxmlformats.org/officeDocument/2006/relationships/notesMaster" Target="/ppt/notesMasters/notesMaster1.xml" Id="R7aea6d84d97440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e7134ae1234fdf" /><Relationship Type="http://schemas.openxmlformats.org/officeDocument/2006/relationships/notesMaster" Target="/ppt/notesMasters/notesMaster1.xml" Id="R08e5fb499add49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1d007e9b2244d6" /><Relationship Type="http://schemas.openxmlformats.org/officeDocument/2006/relationships/notesMaster" Target="/ppt/notesMasters/notesMaster1.xml" Id="R940e1a33ef8546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6f6be7795f491f" /><Relationship Type="http://schemas.openxmlformats.org/officeDocument/2006/relationships/notesMaster" Target="/ppt/notesMasters/notesMaster1.xml" Id="R32bd9e4df67342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3acf1cafd24aff" /><Relationship Type="http://schemas.openxmlformats.org/officeDocument/2006/relationships/notesMaster" Target="/ppt/notesMasters/notesMaster1.xml" Id="R187618abd41c47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7c8a5a69e4a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00012a6fd7498c" /><Relationship Type="http://schemas.openxmlformats.org/officeDocument/2006/relationships/slideLayout" Target="/ppt/slideLayouts/slideLayout1.xml" Id="R9ec6a88ca69147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c6a88ca69147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3de2666f34594" /><Relationship Type="http://schemas.openxmlformats.org/officeDocument/2006/relationships/notesSlide" Target="/ppt/notesSlides/notesSlide1.xml" Id="Rfbd5fcbdeb7741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1b5c53fad4c5d" /><Relationship Type="http://schemas.openxmlformats.org/officeDocument/2006/relationships/notesSlide" Target="/ppt/notesSlides/notesSlide2.xml" Id="R705f195ed8da4d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7ccfae9fd4aab" /><Relationship Type="http://schemas.openxmlformats.org/officeDocument/2006/relationships/notesSlide" Target="/ppt/notesSlides/notesSlide3.xml" Id="R354a99e4166649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06cbf2d784c81" /><Relationship Type="http://schemas.openxmlformats.org/officeDocument/2006/relationships/notesSlide" Target="/ppt/notesSlides/notesSlide4.xml" Id="R78937d87a69444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ce163e14e4384" /><Relationship Type="http://schemas.openxmlformats.org/officeDocument/2006/relationships/notesSlide" Target="/ppt/notesSlides/notesSlide5.xml" Id="Re484a415511649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9a63a0e874a30" /><Relationship Type="http://schemas.openxmlformats.org/officeDocument/2006/relationships/image" Target="/ppt/media/image.png" Id="Rfab87c96631949b9" /><Relationship Type="http://schemas.openxmlformats.org/officeDocument/2006/relationships/image" Target="/ppt/media/image2.png" Id="Ra80eb0c6fccc41f7" /><Relationship Type="http://schemas.openxmlformats.org/officeDocument/2006/relationships/image" Target="/ppt/media/image3.png" Id="Rda7ab43b55884a34" /><Relationship Type="http://schemas.openxmlformats.org/officeDocument/2006/relationships/image" Target="/ppt/media/image4.png" Id="Rfb681348d9484dfc" /><Relationship Type="http://schemas.openxmlformats.org/officeDocument/2006/relationships/notesSlide" Target="/ppt/notesSlides/notesSlide6.xml" Id="R0ae68b0625394b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d21868b304c3f" /><Relationship Type="http://schemas.openxmlformats.org/officeDocument/2006/relationships/notesSlide" Target="/ppt/notesSlides/notesSlide7.xml" Id="R5e4ae1e25c714e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767ecc3de4314" /><Relationship Type="http://schemas.openxmlformats.org/officeDocument/2006/relationships/notesSlide" Target="/ppt/notesSlides/notesSlide8.xml" Id="R3cbb6b40160e47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aef34d8e04f57" /><Relationship Type="http://schemas.openxmlformats.org/officeDocument/2006/relationships/notesSlide" Target="/ppt/notesSlides/notesSlide9.xml" Id="R7aa7546d1a2849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87c8f4422472b" /><Relationship Type="http://schemas.openxmlformats.org/officeDocument/2006/relationships/notesSlide" Target="/ppt/notesSlides/notesSlide10.xml" Id="Rc9be29cceca449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516660-271A-4204-B448-B9FC810D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B1B6C-FC78-495E-AA07-9E0E5145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模块讲解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EABF2-5F7D-4C28-9561-A81291F3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PC、fetch 与 instruction buffer 的取指前端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8D7A7-67B5-4ED0-91B5-C15771AE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frontend 把 PC 生成、取指请求和返回缓冲拆成三个可验证叶子模块。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3AB00-F54E-41DD-9E77-B7A4B1D2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D65DA-8D8F-4A7D-9C3B-5FFFF48E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boot_pc 初始化取指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0726D-62B8-4F2A-8DB3-F5053573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EB4AB-5A82-41ED-8E96-443A11D4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redirect 优先于顺序 PC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499E7-AF31-414B-AA3A-C3449A8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81507-22AE-4742-BBEE-F63C12F0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fetch 只保留有限 outstanding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74673-23EF-4557-8766-90FC1207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DA57A-3D15-4AA5-98E3-D13DF625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ibuf 可 flush 丢弃旧指令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8B9ED-E706-4A30-9DB9-94C89463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2950"/>
            <a:ext cx="4095750" cy="4572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057F2-E96A-468E-990B-F9459280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frontend_pc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pc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A7CCB-6FCF-4CE0-BCFF-A2F35E5E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frontend_fetch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req/rsp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23963-5E02-4A59-8E46-C1DBA00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frontend_fetch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845C0-1989-40A7-9D6E-965DF8E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imem_if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req/rsp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9E50F-9655-4684-B332-DEC0A633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frontend_ibuf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FIFO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1B7F5-269B-47CD-A01D-B31D6E08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redirect/flush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B11E0-E8A8-4C24-8B69-C611E336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frontend design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22C61-27EA-4A7B-BD2B-8C34A46B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2295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D46588-85B7-4DCE-A529-9062ACD7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GOALS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A7A49-A28E-41D3-94A4-201A2613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设计目标与边界：先把职责收紧，再谈扩展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131FB-4E48-4C26-AC33-14B28ACF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6FBE2-36FD-4656-A2CB-76D679A2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91939-4EE2-4BE3-8914-0CC19805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0EF09-6B50-4576-A350-430FD2BC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模块定位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07A9B-242E-48FE-BC9C-AFDC4EC9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DB049-4862-4973-9240-CA0CABAE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frontend 把 PC 生成、取指请求和返回缓冲拆成三个可验证叶子模块。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C72C0-BB09-4CFE-8F3B-BBD22670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D69E1-FA62-4C21-B46E-E0354365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boot_pc 初始化取指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FCF10-1456-42DA-8A92-2715D53F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519FD-C708-49E6-A232-0F8CBAC7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redirect 优先于顺序 PC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9DFF9-9AC7-4E40-B11A-F1F9ED94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CC4FB-CA04-4884-93FD-FD9AC23C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fetch 只保留有限 outstanding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875F1-4D94-493C-AE63-32B39575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外部可见契约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E6800-B174-4449-A11E-D042C207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601CA-6F67-4846-B4B2-5CCE5F00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接口、寄存器语义、错误响应、中断/握手行为必须稳定。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实现可替换，但软件和总线观察到的行为不应改变。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9856B-C6FB-4876-9C7D-9F63A358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实现侧选择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517B7-FD0E-4351-9F22-750B5D67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A9694-8F25-4F98-80B7-239AEAD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明确 SEQ/COMB/IF 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57DFF-050A-471B-9499-F11DA871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09364-9CF8-4A56-8B97-27D19722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状态归属到叶子或寄存器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C9E975-D04B-4602-BD7F-D8375FC2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B4EACB-BC16-41C4-B6CC-6DEC9465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IC 与 Virtex-7 FPGA 行为一致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52AE8-5829-4D4E-91EC-FF8BCE0B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93D984-11F3-482C-A30B-64BDC982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验证覆盖正常/边界/错误/停顿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68E0C-B506-4D07-9892-9836B227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frontend design 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38BF2A-7DEF-40CF-ADA8-B4E25782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89086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3DBC6-5DC0-487A-AD6A-D90848B6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EXTERNAL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0C440-B625-40D8-AD2D-604445E4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接口契约：软件/总线/相邻模块能观察到什么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01DCE-A48F-473D-8767-03454A0B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E4340-0CD8-4732-B13F-A764D152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52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boot_pc 初始化取指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96ED1-8054-4C48-94E8-5BA730AB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61A05-B7DB-4606-8387-AAB33161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383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redirect 优先于顺序 PC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65309-3AA5-424E-A398-8C98591A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89940-A55A-4537-AD09-88C544A8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fetch 只保留有限 outstanding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EA608-9500-4319-A050-55762622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CC551-3702-429B-B8EF-0ABF46C3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ibuf 可 flush 丢弃旧指令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0F5EC-C2B0-4D12-9079-8A46AA56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8E46B-C225-4D92-AC6D-2F8C14C4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PC 产生请求地址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0FAA7-343C-4EDA-87DB-352A38E8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BC40D-8720-4788-9479-78314D6A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81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fetch 向 icache/mem 发 req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C1C49-8430-4A98-936F-2D2052A0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契约优先级</a:t>
            </a:r>
          </a:p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spec &gt; design spec &gt; RTL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A593F-958B-44DC-AD4F-A4F1865F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frontend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BA98F-5E04-4D39-892A-D2251341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01326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FF8927-3223-454D-AB89-E5F47513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549DF-2BDB-421D-B8A5-06454A1B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总体架构图：SEQ、COMB、IF 明确分开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1951C-D238-4A5B-91BD-D94AE623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C2953-4CB3-402F-89F3-B6CAAE83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4FBCB-A478-4A33-96E6-2C5A9B5A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4E18B-3D4D-492E-9E73-8F1B5E24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frontend_pc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pc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F43A0-8E48-4F13-9894-5BD26E93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frontend_fetch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req/rsp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3D708-D2F0-4CD3-93A9-602E1C0D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frontend_fetch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592E0-398B-49A3-BA63-DC151D42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imem_if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req/rsp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0865A-D71E-4466-8DE4-ED36A719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frontend_ibuf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FIFO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5A07A-1F53-4227-8F4D-1E132A2E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redirect/flush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894AD-353C-4D05-8245-32EE6DEA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图示原则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1DB81-F55C-4375-94D3-5218A842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3DDEA-976F-4A3D-928E-920E4E0C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05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绿色：时序状态或寄存器/存储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B58F5-3A22-4235-8EED-238CC678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0E263-5FA4-4089-9CEB-B873F80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橙色：组合判断、mux、编码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3C939-7743-4D1D-A352-4D3EF81E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131D5-E14F-4172-97DF-733358C5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蓝色：模块边界或外部接口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521F1-03A9-41F2-B57C-D2C695C3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C7A0CA-5991-4C77-B6D9-F318C138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每个 SEQ 块在设计文档中必须标明 clock/reset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A41D2-C25A-4446-93EA-A3F12290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frontend design 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228F8-33DD-441A-B9E5-12D032DC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41109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24C3F-A4FC-45D5-B391-8FBFCF25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FUNCTIONAL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5343C-D025-4BBB-902A-1798FBC7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功能原理：从输入事件到可观察结果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7C6C8-734C-4C71-89D0-9FFFBA32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PC 产生请求地址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0DAD2-B4D3-409A-BE10-5D030CBB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61A51-D58E-4956-B6DD-DD5286A3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fetch 向 icache/mem 发 req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68ADF-0BF8-4370-AA0A-488B7EBA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B8885-235F-4B31-A069-7388B8E5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响应进入 ibuf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19306-45AC-441A-9944-C4F9B36F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A2F84-4045-4BF2-8DF3-F6A17F72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core ready 时弹出 instr/pc/fault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EE248-D77B-44A7-AF20-909F2643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E0008-FFBE-4F10-8E2D-00947912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EC85F-1147-4416-9505-74626F2B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PC 产生请求地址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CD33F-4A44-4D94-913F-9F533B07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7435F-A9A5-4E42-86C6-AE0ED85D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fetch 向 icache/mem 发 req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D9EF2-4542-4D82-A958-9AECC670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F2C3D-B81D-44BD-8BAB-E90C8A2B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响应进入 ibuf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D813E-905D-4784-B53F-892365BB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CB742-E284-429B-A521-6CFB4D76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core ready 时弹出 instr/pc/fault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6ACC1-3188-4B18-A7E5-E5B34A75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frontend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FD5B0-2F95-4237-9DFF-5BFB7231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90448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1F0494-E1A3-4163-9F24-30FAA39B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6ACCA-F4C8-45B6-8B4F-7F42DE62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状态/时序图：所有状态都必须可定位、可验证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87c96631949b9"/>
          <a:stretch xmlns:a="http://schemas.openxmlformats.org/drawingml/2006/main"/>
        </p:blipFill>
        <p:spPr>
          <a:xfrm xmlns:a="http://schemas.openxmlformats.org/drawingml/2006/main">
            <a:off x="571500" y="1805268"/>
            <a:ext cx="3429000" cy="153296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eb0c6fccc41f7"/>
          <a:stretch xmlns:a="http://schemas.openxmlformats.org/drawingml/2006/main"/>
        </p:blipFill>
        <p:spPr>
          <a:xfrm xmlns:a="http://schemas.openxmlformats.org/drawingml/2006/main">
            <a:off x="4333875" y="1553766"/>
            <a:ext cx="3429000" cy="2035969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ab43b55884a34"/>
          <a:stretch xmlns:a="http://schemas.openxmlformats.org/drawingml/2006/main"/>
        </p:blipFill>
        <p:spPr>
          <a:xfrm xmlns:a="http://schemas.openxmlformats.org/drawingml/2006/main">
            <a:off x="681789" y="4000500"/>
            <a:ext cx="3208421" cy="19050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81348d9484dfc"/>
          <a:stretch xmlns:a="http://schemas.openxmlformats.org/drawingml/2006/main"/>
        </p:blipFill>
        <p:spPr>
          <a:xfrm xmlns:a="http://schemas.openxmlformats.org/drawingml/2006/main">
            <a:off x="4444164" y="4000500"/>
            <a:ext cx="3208421" cy="1905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17D2F-1E87-447B-89B0-A9B9833B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F4E7E-F490-4951-97F0-59273E96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状态图来自模块 docs/images，并与 design spec 中状态描述对应。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B6EDC-5DBD-49E1-A052-E3F424F0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14E30-5640-4A90-8B64-290E7C9B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复杂控制器默认按 L3：条件、动作、错误路径、优先级都要明确。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A9A94-214E-4B96-A829-FEA64686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CF0A7-0BBD-45C7-993C-923DDDBE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无显式 FSM 的模块用寄存器/计数器/流水线状态图表达。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29B65-8573-4EA5-AAEC-9DDD867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frontend design explanation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A9431-D866-4864-9744-344E56FC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9034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3EE666-8EAB-4EC2-8E75-67A81652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DA3F6-BB2D-46E7-A6D8-DA3F3F79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验证方法：不是冒烟测试，而是证明交互正确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C689B-344F-4FFD-A253-69ED505F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normal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EB026-DF4A-41A9-8E82-65131886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56049-A385-4EAD-A213-84CBABE8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error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73697-DAC6-4B8B-A744-AE83BC41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stall/idle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36684-6D96-489D-B3DE-2456CDE7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顺序取指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F35BA-18BE-494C-BD96-B9B53B8C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664DA-2890-4E32-B1EB-430E7BB8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stall 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BAA8B-A31F-4222-9222-22C9DCFD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4F366-6077-4CE0-A300-7A25BFB8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redirect flush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F001D-9926-4644-8F82-E5D9FED5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6F2E9-30A7-401A-AD5D-1B76297E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misaligned fault 与 backpressure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C19A4-D026-453B-849C-DBC7266D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7D326-0D1B-4C6B-A8AD-0D30B98E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05375"/>
            <a:ext cx="733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self-checking TB + scoreboard/reference model + coverage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7B3A5-3C1C-4600-861C-C015B38C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frontend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7061F-3C49-4518-9D23-BDFD674C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31741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EB5536-EF98-496B-85A0-190098EA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CASE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34130-AA98-478C-88F2-13099132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 case 时间表：动作、期望、观测结果必须逐段列出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8E08E-0C3E-44B2-B6EA-B07736E2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时间段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2C54A-BFB1-4768-A7A9-3848172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6FC7F-7598-4CAA-B0C2-EA3B153E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期望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A7460-ED8F-4270-B85B-E9542B7C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4EF7D-6A90-4254-B922-B6EFD759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0ns-20ns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01FDB-99A1-4F1B-972F-99B1DC51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Hold reset active.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D1DA1-63CC-46CD-B08A-224C889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No instruction response is visible.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D6A3B-1EE7-47B3-BFCF-A9468371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1C2E4-06FC-495B-A08D-B70FA45B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40ns-110ns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EC099-F7E6-4102-9986-18F5E0C0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Fill ibuf with two responses and hold core ready 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3E5B1-2B56-4E8C-A8B8-1F91773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Oldest entry remains visible; second entry is retained.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D1B93-C764-4D19-B266-A12E3FDC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DC44C-A2B9-49CD-B7FE-8882065F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150ns-180ns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0BE5C-F9D3-49CD-A12E-D04C4708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Pop retained and delayed entries.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6BFD7-08AA-4B9D-A0D7-8EBDFA6D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FIFO order is preserved.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C0F30-6852-467F-AF6D-7CB351BD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9DDDC-7ED7-4CD9-8CBA-1F75280E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210ns-240ns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447AA-BF35-4814-B82B-9F3025A1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Redirect to misaligned PC.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29242-9E52-4A1C-8A96-7AE0E3CD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Local misaligned fault is buffered and popped.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5A31D-3422-4173-AC82-79100CCF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A0658-8770-41C7-9F6D-9B3E9A56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260ns-330ns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2506C-AD34-4C04-B380-2673BFED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Fetch with memory error.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4F830-620B-4775-9085-4543C3ED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814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Core-side response has `instr_fault_o=1`.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2E5F4-1DE6-4DA4-AE12-4330CE49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E8A97D-7127-44D8-9E64-D660D857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说明：此页抽取/概括自现有 verification report。后续若 testbench 扩展，应同步更新报告和 PPT。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9CEF6A-FF1B-4F46-9A1F-7E3DCF01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frontend design explanation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F9E7BD-A006-4253-94E9-62202AE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701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E1DC5B-F69C-4FF7-894C-64DCDE58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BECBB-22D5-4D38-A962-4DD8C467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覆盖与风险：覆盖面决定这个模块能不能被信任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B79D5-35BE-4545-87CA-26E1F4E5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顺序取指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D2841-0C32-4BCC-B9C2-79619529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BB604-25CA-48EE-B86F-DC5CCCEB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1031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797ED-E914-4CCE-A0ED-A21F21A6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144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A0C11-37A4-47A5-93A2-AEDA6D05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stall hold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34141-59CB-450D-AF37-BF411555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DFC88-EDC2-4768-BF9A-1B052876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01168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800DE-7E18-48EE-994B-2246FA03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4A1D0-0272-4F89-96D1-06F53A46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redirect flush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B2D5C-9ED2-456A-950E-F769AAC7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0365-13BB-40E3-A746-C28A83FB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196596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20BC8-28DD-4172-934E-BE6D9AD5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86%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253BB-EDCD-4861-95F2-BF6625FC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misaligned fault 与 backpressure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9F356-9DDF-475B-BDE3-BB5A53B8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9FF51-1C34-4BB9-B9E5-233B89EA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192024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A0492-9EA5-49F9-991E-790C9862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31584-5041-4169-892C-E53AF5B3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boot_pc 初始化取指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FA7DD-C2F6-4F39-903C-6A1EA5A5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9EE93-3FA3-4659-B4FE-41D90041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0574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88DECC-B72A-485E-B2EF-19BBF01D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24CF0-568D-498C-8A03-F815A0E2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redirect 优先于顺序 PC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DCC675-4619-41C0-ADFB-03B57124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44A329-0051-4643-9B3B-A95B3BC6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8745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089112-0128-4B70-847C-F1B83853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282382-5174-416C-985E-6B1E37CE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已覆盖维度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879F56-9DFC-4AF3-8382-9EA4428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D569AC-7C26-46B4-8B70-1CA3CB4E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顺序取指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0BE093-C247-4998-AB17-375297E5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7EBA62-8488-4511-9423-FA6B0916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194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stall hold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B4681F-C9A4-4804-8DA0-1ECECF0B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6F451-1E90-4E6B-905E-8D4E9B33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redirect flush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A1851C-555C-4A67-A41E-B610B574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D3542C-427C-45AC-ABC4-E974CF5D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57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misaligned fault 与 backpressure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CC1B15-CA59-4045-8AAE-69875504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风险原则：新增 RTL 行为必须先补 spec 和验证，再进集成。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2949C4-460C-4871-8C0B-5F87C8B1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frontend design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962F7C-05D3-4F20-B514-004DA757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78973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61793E-A720-4F04-B2FC-FD407EFB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4B41D-8080-4484-8093-C72EB6DB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结论：这个模块已经形成可讲解、可追踪、可继续扩展的设计资产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FE019-DD12-44CC-8DD0-2BB8E214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C40E8-64C0-459D-B4DA-FC907914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55E59-48E7-4FA1-B0EA-ED91D2C6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33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boot_pc 初始化取指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2E7A2-576A-4D06-82DF-DC6B93A7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B9F1E-19CF-422B-86BC-7B5E6EDF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redirect 优先于顺序 PC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ECFF9-CC16-4EC0-BF65-C3563A6C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3DF57-442E-4311-AACA-1587DD27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95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fetch 只保留有限 outstanding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78B2E-92A7-469A-B01C-50AF2DF3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7082B-420E-410E-932E-B635A85A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ibuf 可 flush 丢弃旧指令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34725-453E-4989-9908-7AA33769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65D52-2332-4E30-A411-01CB69ED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61BBA-55D8-446E-A25D-1E77F514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顺序取指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151E0-FA4D-4A8F-9028-B1D5C82E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202C3-E1BC-47AF-848B-CB96A6AC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stall 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88BCE-1CF7-415E-BCB5-CD0B815A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7EBE4-B21B-496D-880A-5B87E710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redirect flush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B7666-985C-4ABA-BE68-F3FB6626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0FE11-72CF-4ED1-8A89-71BBBEF2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misaligned fault 与 backpressure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42581-D2E1-4799-B3E0-CC14BBD8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后续关注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A47EF0-B46D-4619-9D5C-994254AD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B21D3-FAB7-4287-B2A3-7C828DB1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与上层集成后的端到端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BBB13-1F9C-4E56-8223-D6A2D31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70855F-79CE-462B-BD37-5C0837A3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目标宏/FPGA 综合路径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F9FC0-573B-4183-BC62-DC3A9F3E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B4020-4E83-43CB-A575-3E99EF05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新增功能保持 contract 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6E794-1F6A-46AB-9F86-ED239399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EB8412-317A-40E8-9481-13C93683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文档、RTL、TB 同步更新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0EA6F2-A7AF-4EDF-BA1B-C84ACFA0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交付物：frontend/docs/wasp1_frontend_design.pptx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14238D-1DF8-454A-B027-BCBD78F5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frontend design explanation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AFB2E6-16AF-4515-BDE9-8D41BEF1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7999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2026-06-18T05:31:04.2040000Z</dcterms:created>
  <dcterms:modified xsi:type="dcterms:W3CDTF">2026-06-18T05:31:04.2040000Z</dcterms:modified>
</coreProperties>
</file>