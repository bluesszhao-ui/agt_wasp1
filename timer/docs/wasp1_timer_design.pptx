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17916ae02f438b" /><Relationship Type="http://schemas.openxmlformats.org/officeDocument/2006/relationships/extended-properties" Target="/docProps/app.xml" Id="R07ea0b7b672a4fda" /><Relationship Type="http://schemas.openxmlformats.org/officeDocument/2006/relationships/officeDocument" Target="/ppt/presentation.xml" Id="R63b53f007c464c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9d88ff8f94aa6"/>
  </p:sldMasterIdLst>
  <p:notesMasterIdLst>
    <p:notesMasterId xmlns:r="http://schemas.openxmlformats.org/officeDocument/2006/relationships" r:id="R6df638258d7142ed"/>
  </p:notesMasterIdLst>
  <p:sldIdLst>
    <p:sldId xmlns:r="http://schemas.openxmlformats.org/officeDocument/2006/relationships" id="256" r:id="R29b87c1126094017"/>
    <p:sldId xmlns:r="http://schemas.openxmlformats.org/officeDocument/2006/relationships" id="257" r:id="R07bb38df253f4351"/>
    <p:sldId xmlns:r="http://schemas.openxmlformats.org/officeDocument/2006/relationships" id="258" r:id="Re9134aeacaa14a21"/>
    <p:sldId xmlns:r="http://schemas.openxmlformats.org/officeDocument/2006/relationships" id="259" r:id="R71571ad413be4e4d"/>
    <p:sldId xmlns:r="http://schemas.openxmlformats.org/officeDocument/2006/relationships" id="260" r:id="R42b1c3103f1840f1"/>
    <p:sldId xmlns:r="http://schemas.openxmlformats.org/officeDocument/2006/relationships" id="261" r:id="R4a536c104c964ffd"/>
    <p:sldId xmlns:r="http://schemas.openxmlformats.org/officeDocument/2006/relationships" id="262" r:id="Ra460115f2d914874"/>
    <p:sldId xmlns:r="http://schemas.openxmlformats.org/officeDocument/2006/relationships" id="263" r:id="Rf4a8129091ec4284"/>
    <p:sldId xmlns:r="http://schemas.openxmlformats.org/officeDocument/2006/relationships" id="264" r:id="Rda89e66c2ad346c5"/>
    <p:sldId xmlns:r="http://schemas.openxmlformats.org/officeDocument/2006/relationships" id="265" r:id="R506e5cf2767744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7467632be46f8" /><Relationship Type="http://schemas.openxmlformats.org/officeDocument/2006/relationships/slideMaster" Target="/ppt/slideMasters/slideMaster1.xml" Id="Rd2e9d88ff8f94aa6" /><Relationship Type="http://schemas.openxmlformats.org/officeDocument/2006/relationships/notesMaster" Target="/ppt/notesMasters/notesMaster1.xml" Id="R6df638258d7142ed" /><Relationship Type="http://schemas.openxmlformats.org/officeDocument/2006/relationships/presProps" Target="/ppt/presProps.xml" Id="Rc9ed33ed92584c0e" /><Relationship Type="http://schemas.openxmlformats.org/officeDocument/2006/relationships/tableStyles" Target="/ppt/tableStyles.xml" Id="R2aa1236105e842ca" /><Relationship Type="http://schemas.openxmlformats.org/officeDocument/2006/relationships/slide" Target="/ppt/slides/slide1.xml" Id="R29b87c1126094017" /><Relationship Type="http://schemas.openxmlformats.org/officeDocument/2006/relationships/slide" Target="/ppt/slides/slide2.xml" Id="R07bb38df253f4351" /><Relationship Type="http://schemas.openxmlformats.org/officeDocument/2006/relationships/slide" Target="/ppt/slides/slide3.xml" Id="Re9134aeacaa14a21" /><Relationship Type="http://schemas.openxmlformats.org/officeDocument/2006/relationships/slide" Target="/ppt/slides/slide4.xml" Id="R71571ad413be4e4d" /><Relationship Type="http://schemas.openxmlformats.org/officeDocument/2006/relationships/slide" Target="/ppt/slides/slide5.xml" Id="R42b1c3103f1840f1" /><Relationship Type="http://schemas.openxmlformats.org/officeDocument/2006/relationships/slide" Target="/ppt/slides/slide6.xml" Id="R4a536c104c964ffd" /><Relationship Type="http://schemas.openxmlformats.org/officeDocument/2006/relationships/slide" Target="/ppt/slides/slide7.xml" Id="Ra460115f2d914874" /><Relationship Type="http://schemas.openxmlformats.org/officeDocument/2006/relationships/slide" Target="/ppt/slides/slide8.xml" Id="Rf4a8129091ec4284" /><Relationship Type="http://schemas.openxmlformats.org/officeDocument/2006/relationships/slide" Target="/ppt/slides/slide9.xml" Id="Rda89e66c2ad346c5" /><Relationship Type="http://schemas.openxmlformats.org/officeDocument/2006/relationships/slide" Target="/ppt/slides/slide10.xml" Id="R506e5cf27677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2a40804356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9bbcf7de8340ce" /><Relationship Type="http://schemas.openxmlformats.org/officeDocument/2006/relationships/notesMaster" Target="/ppt/notesMasters/notesMaster1.xml" Id="R3afc8a5bd0e941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a02ad7b79a4804" /><Relationship Type="http://schemas.openxmlformats.org/officeDocument/2006/relationships/notesMaster" Target="/ppt/notesMasters/notesMaster1.xml" Id="Rc8be05429f0a49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e19af35b0e4e66" /><Relationship Type="http://schemas.openxmlformats.org/officeDocument/2006/relationships/notesMaster" Target="/ppt/notesMasters/notesMaster1.xml" Id="R51c4d7f49b9e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e46615ed8464f" /><Relationship Type="http://schemas.openxmlformats.org/officeDocument/2006/relationships/notesMaster" Target="/ppt/notesMasters/notesMaster1.xml" Id="Re39800717a87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55db34f944c52" /><Relationship Type="http://schemas.openxmlformats.org/officeDocument/2006/relationships/notesMaster" Target="/ppt/notesMasters/notesMaster1.xml" Id="R1c1b383353a2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f1a7c34c70490c" /><Relationship Type="http://schemas.openxmlformats.org/officeDocument/2006/relationships/notesMaster" Target="/ppt/notesMasters/notesMaster1.xml" Id="R344c1afa72194e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48e98d7a914fa5" /><Relationship Type="http://schemas.openxmlformats.org/officeDocument/2006/relationships/notesMaster" Target="/ppt/notesMasters/notesMaster1.xml" Id="R17ee29659e34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d175e98b047c9" /><Relationship Type="http://schemas.openxmlformats.org/officeDocument/2006/relationships/notesMaster" Target="/ppt/notesMasters/notesMaster1.xml" Id="Rb1995ac492d74a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8f00a68fb4424" /><Relationship Type="http://schemas.openxmlformats.org/officeDocument/2006/relationships/notesMaster" Target="/ppt/notesMasters/notesMaster1.xml" Id="R42b743d993d34b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41abfefabe46b4" /><Relationship Type="http://schemas.openxmlformats.org/officeDocument/2006/relationships/notesMaster" Target="/ppt/notesMasters/notesMaster1.xml" Id="R33f57d62465b4a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73c9a0633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b635a32a445e6" /><Relationship Type="http://schemas.openxmlformats.org/officeDocument/2006/relationships/slideLayout" Target="/ppt/slideLayouts/slideLayout1.xml" Id="R5609e2571d0f43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09e2571d0f43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9d0eb5cc1494f" /><Relationship Type="http://schemas.openxmlformats.org/officeDocument/2006/relationships/notesSlide" Target="/ppt/notesSlides/notesSlide1.xml" Id="Rc6fd0139e0de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3e5d990724eec" /><Relationship Type="http://schemas.openxmlformats.org/officeDocument/2006/relationships/notesSlide" Target="/ppt/notesSlides/notesSlide2.xml" Id="Rc717d0a711d74f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0f0e09cd745b3" /><Relationship Type="http://schemas.openxmlformats.org/officeDocument/2006/relationships/notesSlide" Target="/ppt/notesSlides/notesSlide3.xml" Id="R8ca431df9d1b4a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8131d343244df" /><Relationship Type="http://schemas.openxmlformats.org/officeDocument/2006/relationships/notesSlide" Target="/ppt/notesSlides/notesSlide4.xml" Id="R16bea6adfb44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c0e3c05674ed9" /><Relationship Type="http://schemas.openxmlformats.org/officeDocument/2006/relationships/notesSlide" Target="/ppt/notesSlides/notesSlide5.xml" Id="Rdebc96b02a17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9fc8670224386" /><Relationship Type="http://schemas.openxmlformats.org/officeDocument/2006/relationships/image" Target="/ppt/media/image.png" Id="Rf5663b9458a24d84" /><Relationship Type="http://schemas.openxmlformats.org/officeDocument/2006/relationships/notesSlide" Target="/ppt/notesSlides/notesSlide6.xml" Id="Rbd84e20bf94a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9aa2fd6f4d03" /><Relationship Type="http://schemas.openxmlformats.org/officeDocument/2006/relationships/notesSlide" Target="/ppt/notesSlides/notesSlide7.xml" Id="Rbb735ff758f844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200fb574d4326" /><Relationship Type="http://schemas.openxmlformats.org/officeDocument/2006/relationships/notesSlide" Target="/ppt/notesSlides/notesSlide8.xml" Id="R3bc12ef3b80c45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f7a5cf932421c" /><Relationship Type="http://schemas.openxmlformats.org/officeDocument/2006/relationships/notesSlide" Target="/ppt/notesSlides/notesSlide9.xml" Id="R6871b149ca6b4b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4c7383e44c8c" /><Relationship Type="http://schemas.openxmlformats.org/officeDocument/2006/relationships/notesSlide" Target="/ppt/notesSlides/notesSlide10.xml" Id="Rd8aebf3708fd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DA866-979F-4FF8-A0F8-F88F804C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DF7F3-A555-43CF-A0C4-87DD20CD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BB29-9FB1-4D41-B8D7-216FE10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AHB-Lite machine timer 与中断源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7711E-EA0F-4B4F-91BC-6485AAD2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timer 用计数器、compare 和控制寄存器产生可软件配置的定时中断。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B794F-311D-433F-AD8D-713BCFCB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AA94D-10BC-40C9-8092-E131AFF7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寄存器通过 AHB word 访问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B7028-CF0A-4950-8DAB-187CFD41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6A1E8-71A3-42B8-A024-2F9C7527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计数器按使能递增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46625-D0A5-44E4-B97F-BFC7EC1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718CD-0205-44F3-81CA-B0661E8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mtime &gt;= mtimecmp 触发 IRQ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C0983-F651-4042-AE5E-DFE9FAC7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DDEFD-CF8F-4C0C-B5D7-7535CD83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非法寄存器/访问返回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029F8-817B-457F-A886-7B0E4C03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D7536-11F9-4A95-9EB9-20474377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register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496CA-BC37-453E-8A70-7280BB99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mtime counter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counter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96470-D33E-4F03-8043-9F600C5E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mtimecmp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register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F52A7-51DE-4D99-BD6F-54E8EE06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compare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&gt;=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56268F-182C-4067-A77C-84FA825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irq latch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3E39E-CD18-43C2-A8D1-044480DC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irq output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to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09AAF-6A70-435D-B650-34B5B21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1A61F-EBAE-45AC-8D66-BC0BEB6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480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F99BD-93B0-4F4D-8411-B3575876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1B031-34BF-4AB1-BB27-A2146D8B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B3CA4-5CDC-4BF9-8449-4DD0BD2E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D9ACB-ED81-4BCF-A587-0DDD37A5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508DA-D739-49F7-B0C3-8DE0B86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1B151-C811-4F74-BB6E-BFB7A9D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8EEB-1906-46B9-A785-0F52B7EE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5C0CA-76CB-488F-B02D-7C473043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timer 用计数器、compare 和控制寄存器产生可软件配置的定时中断。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2B935-66D9-4CA2-AE89-498F7D2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3CC10-5F4C-4968-A438-56F38CC4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寄存器通过 AHB word 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73FEB-73C6-444F-A836-CE979F4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ED43A-52EE-4F23-9FCD-F91A272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计数器按使能递增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72D28-B439-48BE-B420-6B5191F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EA3FF-93FA-48EE-8CCA-D1695A2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mtime &gt;= mtimecmp 触发 IRQ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4EF15-9509-4BF8-9BC1-C648B897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7900F-BB69-4C7D-B0A4-D2A430ED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19B08-0C75-4715-A56C-63DD3AF5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6F6AD-6F09-4639-BBB7-92885DAB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8A8E5-8572-41BF-B624-68EC4EBB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2901E-9114-473C-8990-927CDA7A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E7279-9EF0-46ED-8528-26F2136D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42DC7-C939-4792-BC10-7646786F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64709-2816-4246-A885-20E2F75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92AA5-D6AB-43E1-B84B-46E0103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0045B-7982-44B3-AF7F-8FD4C692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CACBBC-A767-4157-AA8D-8D4D2FFC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09DF1-BB3F-434B-86BA-2ED32FF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FFE4B-B5AC-42EA-BF25-83081838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3322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B0FBF-C57B-40FB-BB8F-A3A3821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FDD72-2579-40F8-820E-966FB9ED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A8149-CEA2-43A1-9C8F-DFB34AB9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EF103-FDF8-444E-9F7F-507200F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寄存器通过 AHB word 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705DB-7B05-4F13-A74B-657385C1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90EAC-D69B-444F-B4BF-559A33A5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计数器按使能递增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8C11C-FD8B-4F79-9D92-8090DC80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30995-B7A9-4EF5-8F65-3ED4F397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mtime &gt;= mtimecmp 触发 IRQ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7622D-AC57-482D-B519-0DB723A2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5C298-60F1-46F4-BCDB-510A6AE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非法寄存器/访问返回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10C4E-E7CE-44C3-A079-8106AE2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594F8-4EA0-4296-8F1B-9C09D21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软件配置 compare 与 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87210-88FD-44A6-AB2B-7167B021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DD3E5-5FF7-496F-B43F-7045591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计数器逐周期递增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5F15A-1EC5-4F69-B459-53E51A82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C9C37-F4F9-4EF4-BCA8-9368B0E3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7B372-1F9D-4FB0-B151-5A8F888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1137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3F0F4D-FAAD-4C0B-8625-D5F48ECF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48CD9-5DD7-4D79-8318-F9FB5E4E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AB1C1-B7ED-4446-AA9C-5A0511BD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3512C-64E6-4691-A5F1-18F71A1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626B6-0441-4F41-948F-0CB01478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E402E-EF1A-409A-B1F7-238EC67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register path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one-cycle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1E81-6B64-4902-BE58-9434F426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mtime counter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counter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1317C-A337-4115-9B2C-9EE9B8C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mtimecmp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register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43AD9-7E6B-472F-8F73-BAFE2F7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compare</a:t>
            </a:r>
          </a:p>
          <a:p xmlns:a="http://schemas.openxmlformats.org/drawingml/2006/main">
            <a:pPr algn="ctr"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COMB &gt;=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8DA1DC-72E9-4EF4-9D20-DA5EC9AF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irq latch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7E771-12F1-4943-BCD8-B3D592D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irq output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to 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FC324-DA92-4893-9DD7-8DE88B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E37FB-2CBE-4F7B-B616-881E841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7E4FD-F981-4BE0-98E8-36D8CB0C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39D2E-EA24-4576-93EB-52883382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2225D-B007-4419-AD61-41C8B977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BD637-5867-4460-8040-BC329936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54ED1-02C2-4112-ABD0-542C5F1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2EFF3-A132-4040-8399-48B506C6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DA9AA-098F-4232-AB20-DC80DE00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68760-644E-49EC-BEC9-F184E3B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EC420-5BC4-4197-AF8C-27ECC0F0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1546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6346C-1773-444E-A224-317F70C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9AF07-5C48-4B28-AA9D-6B49FEF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F5771-DE40-4EC6-807E-F55023EE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软件配置 compare 与 enable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181FF-266B-400D-806A-4727C08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62255-A7D7-469C-AD5A-14FC4E87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计数器逐周期递增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E74E6-2C12-416C-BEE7-7CB1478F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9D91B-625F-4718-A0C0-8D661A0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比较命中置位中断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375BE-F1FF-4452-8D35-0AF41C95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C95F-DD9C-41A6-8176-D17440C7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软件清除或重新编程 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5BEF1-5B27-48A3-970B-F32D1933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EF193-AC9F-4B4D-A17F-59541734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CFD98-DCC0-46A3-926C-AA045B4C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软件配置 compare 与 enable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464EB-72E3-49A0-8A24-8A9015D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CFF6C-5952-4917-9483-F14CDAB5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计数器逐周期递增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3C898-9F92-4FF8-8A3C-C4BF85B1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52650-36A7-4C21-AA6B-9138E54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比较命中置位中断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0D6CD-AF27-4712-A1DB-2940CB94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A6246-D8A6-4B89-8D0F-4AB94AD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软件清除或重新编程 compare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6F6BD-81FF-4930-98D9-405837FE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66A89A-285E-4A68-9993-C6F0539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2948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49418-5B95-4AD9-87F4-FA50CB8E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BE083-BF2F-4E11-A492-88CB98E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663b9458a24d84"/>
          <a:stretch xmlns:a="http://schemas.openxmlformats.org/drawingml/2006/main"/>
        </p:blipFill>
        <p:spPr>
          <a:xfrm xmlns:a="http://schemas.openxmlformats.org/drawingml/2006/main">
            <a:off x="876300" y="1559719"/>
            <a:ext cx="5334000" cy="316706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9C091-9318-4B01-8E6C-3825DBEF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AF4E1-D8C2-43CD-A38E-C18E3B6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BB28E-FAA7-4017-B2D9-144DEC7B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21465-5320-4315-B1C3-62A5A5FD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30601-B9C3-4933-8BEE-C410AE1A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FB55-A071-4511-A683-C1CDF6E3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9FEC4-A57F-4793-AF95-8DE6D7F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C171E-1051-4449-9AA9-9D451CE9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95101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11EBD-F9AD-488C-B032-F4B76C35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8AA30-377B-47FF-9D46-5B0B225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3ABAF-89A5-4C8A-98BD-270A55B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54D6A-FF14-442A-8B2A-538807B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B10DA-8B49-4376-9E21-E2A073B4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92B2F-0837-4B34-9CD5-257F87C1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49528-B036-4F79-9467-34F14A9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4BC13-D780-4554-9A31-E2DAD438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D39B1-89E1-4463-A56F-5877BE53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计数递增和暂停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D2F36-C7A5-4B72-A562-5E7E4BD7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1A4E-37A7-4023-93AD-C2CB8A46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compare 边界触发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FB6B5-F3E0-4BA9-9590-0A16EF47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6059B-3111-42EB-8957-A886EBB9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非法访问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951D-A28C-4451-9233-3EFEEA71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F610A-B0FC-4BF2-9AF7-07495727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D24D5-6756-4295-8AAA-D89E8A14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F8BDF-DE00-41FD-B5F7-737A74E0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03016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9E87C-6E80-4E42-B1DB-0D837DC3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66CAF-7554-4E31-A7A9-B8011597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2DE0F-F620-4B99-B353-F9EAE99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9B6E8-55D2-48B1-955E-EAA54573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D2A86-4DD8-4920-A3BD-F3ADBB9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77E08-EC87-4861-93A1-BD58F96C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22110-3AFB-4CAB-83CA-2ADC0606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DD679-2423-41EE-8F01-958A8073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FC19C-6077-46A0-B85D-D633DB64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02D19-96BD-4949-92E6-EE88189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F4969-C28C-467A-B430-167FDD81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E5D64-F8E2-4155-AC75-7E7EF69B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DCB5A-D489-4EEB-9B9B-F64741C5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DCF8D-D9F8-4AE0-AB71-1978E443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E9C29-562A-4B6F-BC5F-DE228D44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5BED5-9800-45F3-B614-64697D2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C7449-411E-4D76-AC5C-C2FFB91D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B8289-ED5B-4430-A2B7-09928077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14077-2BB0-487E-8371-C2D1E5CC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669E1-CE47-4F7F-885A-4775E7A9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6F632-9911-4EAC-9E31-AED6730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4D5FD-D841-41E7-B424-90E59DAF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54D42-6B62-4C94-A403-584C540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03931-5492-4765-ABA6-4A8E5C9C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67FCD-6159-4383-9FDE-BFB2B084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0642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70EE3-2CDC-4F8E-9A40-F0FA410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93F88-CD65-40B1-B60F-91D36A67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8E4C6-597B-4233-83B4-AD72D7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4387C-FED1-492E-AC25-648419C4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82009-0F54-4A6E-91BB-C59DC0D5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EDD25-2962-44B1-A26B-AE4FF90F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F9293-2371-4EF7-8630-24CBF9A3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计数递增和暂停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DD5A0-E409-476B-87CB-E2FA528B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3D390-35E3-4B71-8712-F9DCBBB2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996AC-D2FD-488D-A770-38728E4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6C60F-1E08-44EC-9450-0F158AFA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compare 边界触发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BD7A5-DC23-4C3A-8106-71C6E7C9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F1F72-E72C-4D02-AB01-EECCE2A8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14AC9-EB01-42B7-B562-4825D433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F9B6D-F9BA-4B59-8D5A-345893F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非法访问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8F503-9EC9-493D-8767-539C97B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49086-8E6D-4C49-9FF7-389D9C7F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CCD70-FB41-46F1-B9D3-8DDCD0D4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EF4B0-0AE8-4B5A-AB5E-B009D48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寄存器通过 AHB word 访问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5E5EA0-6977-4A00-92C1-A59DF348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B45FB-D37D-4635-A460-74EF19D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352C0-C641-4C1E-A8EF-BF5411C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A912C-2347-4191-8D74-31BD3990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计数器按使能递增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11C6F-147B-4723-A2BE-0272C2A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530C3-5F24-494A-99AD-DBCB0293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A16A5-F8E4-4E7E-83D6-EBA94E7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EC8D61-2B3A-4268-9C43-F95A979A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BF43C3-DDB7-452C-86B4-1EDD284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56134-91C3-4EDB-AD34-6144D9D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C9C14A-0652-49AD-92DE-9CB5891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2E6BB-E3F0-4145-B3E2-FB5F9B1F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计数递增和暂停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D1FF9E-0027-4C77-BFB8-A0CCA41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D8D3B-AAD7-419D-8180-C143753C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compare 边界触发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967CD4-5821-4D0F-AAC9-F2649BB5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199A9-3C2A-45D1-AE64-646DCDC0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非法访问 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B38042-C4AC-4F7B-AE70-A9457B6B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5C4552-D6A3-4976-91FD-EACAB814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1944F-DED5-4EAD-86C3-DD129A0B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73467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F1A8D-3CF0-40FE-93E4-798BC4E9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3EC49-BA2C-42A1-BF9F-44F37635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808E-E369-413F-928A-1D98646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B3433-FD87-42AC-B623-77B7D0C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D5229-2316-453A-9E35-85B473DC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寄存器通过 AHB word 访问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FDA2A-F956-466A-8644-36C77AC3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91B6D-2E51-48B9-BA7B-77106AE3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计数器按使能递增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7F22-D688-45DC-BA09-BEC4C9F0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D7AAA-740D-4214-9459-9D77E683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mtime &gt;= mtimecmp 触发 IRQ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32087-C8D2-41F8-990A-4D541039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D9FAB-9036-4874-8754-AA494907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非法寄存器/访问返回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1EE24-C42A-43ED-AD57-93EBB36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8578A-1002-4519-A2E8-69BD2830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2EEFE-ADA6-4A0A-BB49-6D2657A0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寄存器读写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85D9E-8FD9-47C6-BC0B-94575405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8D721-8A4B-46FD-9678-52740BE2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计数递增和暂停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BACCB-D313-4B89-9772-4B0CD146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244DD-DA03-49D6-BFE9-0D08B256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compare 边界触发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10BD4-ECF6-4555-B0BD-F173CD5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84EA8-F1D0-4B27-8DC6-9C795DED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非法访问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B1CB8-BEA0-40FE-B1EC-F1AC4A9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49A57-87C4-4ACB-8974-07C49421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B199C-4433-4748-8908-D7EF2514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40E36-FEDF-4B89-BE7F-C714E9AB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C4A96-90B8-4173-82DC-C9ED1BF0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47749-C6BE-4EC8-85EC-5B68AF8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9928E-20F2-4C97-B510-9EDC6EFE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7712F-C020-4AFC-97B4-6E91BF84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4F928-4247-4421-9B95-5E8A7F17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ADB7A4-21DE-4691-81FF-38C459E7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交付物：timer/docs/wasp1_timer_design.pptx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90084-81D6-41A6-B6F8-3611E1D5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timer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5DB5C0-0331-47F6-8187-216F782B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704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2026-06-18T05:30:58.0540000Z</dcterms:created>
  <dcterms:modified xsi:type="dcterms:W3CDTF">2026-06-18T05:30:58.0540000Z</dcterms:modified>
</coreProperties>
</file>