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6edcc11e44fee" /><Relationship Type="http://schemas.openxmlformats.org/officeDocument/2006/relationships/extended-properties" Target="/docProps/app.xml" Id="R70121e40d66745db" /><Relationship Type="http://schemas.openxmlformats.org/officeDocument/2006/relationships/officeDocument" Target="/ppt/presentation.xml" Id="Rc31b4a891e14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2a953cf87e4997"/>
  </p:sldMasterIdLst>
  <p:notesMasterIdLst>
    <p:notesMasterId xmlns:r="http://schemas.openxmlformats.org/officeDocument/2006/relationships" r:id="R17e701688a114865"/>
  </p:notesMasterIdLst>
  <p:sldIdLst>
    <p:sldId xmlns:r="http://schemas.openxmlformats.org/officeDocument/2006/relationships" id="256" r:id="R670b2c426f354c17"/>
    <p:sldId xmlns:r="http://schemas.openxmlformats.org/officeDocument/2006/relationships" id="257" r:id="R31412c4c93b248b5"/>
    <p:sldId xmlns:r="http://schemas.openxmlformats.org/officeDocument/2006/relationships" id="258" r:id="R0fb484e9b1984079"/>
    <p:sldId xmlns:r="http://schemas.openxmlformats.org/officeDocument/2006/relationships" id="259" r:id="R2a86f20d9c17485f"/>
    <p:sldId xmlns:r="http://schemas.openxmlformats.org/officeDocument/2006/relationships" id="260" r:id="Rd4a34bb37d834a3c"/>
    <p:sldId xmlns:r="http://schemas.openxmlformats.org/officeDocument/2006/relationships" id="261" r:id="R6896fb5795c54549"/>
    <p:sldId xmlns:r="http://schemas.openxmlformats.org/officeDocument/2006/relationships" id="262" r:id="Rd40672fe050a4a75"/>
    <p:sldId xmlns:r="http://schemas.openxmlformats.org/officeDocument/2006/relationships" id="263" r:id="R47fad34b596b4ec9"/>
    <p:sldId xmlns:r="http://schemas.openxmlformats.org/officeDocument/2006/relationships" id="264" r:id="R4b40cc4d3bfc4708"/>
    <p:sldId xmlns:r="http://schemas.openxmlformats.org/officeDocument/2006/relationships" id="265" r:id="Rc1b040f6bbaf4b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06b9ce9ab40fa" /><Relationship Type="http://schemas.openxmlformats.org/officeDocument/2006/relationships/slideMaster" Target="/ppt/slideMasters/slideMaster1.xml" Id="Rcb2a953cf87e4997" /><Relationship Type="http://schemas.openxmlformats.org/officeDocument/2006/relationships/notesMaster" Target="/ppt/notesMasters/notesMaster1.xml" Id="R17e701688a114865" /><Relationship Type="http://schemas.openxmlformats.org/officeDocument/2006/relationships/presProps" Target="/ppt/presProps.xml" Id="Rb163d34e8bfc4f16" /><Relationship Type="http://schemas.openxmlformats.org/officeDocument/2006/relationships/tableStyles" Target="/ppt/tableStyles.xml" Id="R818b9d6123b9434c" /><Relationship Type="http://schemas.openxmlformats.org/officeDocument/2006/relationships/slide" Target="/ppt/slides/slide1.xml" Id="R670b2c426f354c17" /><Relationship Type="http://schemas.openxmlformats.org/officeDocument/2006/relationships/slide" Target="/ppt/slides/slide2.xml" Id="R31412c4c93b248b5" /><Relationship Type="http://schemas.openxmlformats.org/officeDocument/2006/relationships/slide" Target="/ppt/slides/slide3.xml" Id="R0fb484e9b1984079" /><Relationship Type="http://schemas.openxmlformats.org/officeDocument/2006/relationships/slide" Target="/ppt/slides/slide4.xml" Id="R2a86f20d9c17485f" /><Relationship Type="http://schemas.openxmlformats.org/officeDocument/2006/relationships/slide" Target="/ppt/slides/slide5.xml" Id="Rd4a34bb37d834a3c" /><Relationship Type="http://schemas.openxmlformats.org/officeDocument/2006/relationships/slide" Target="/ppt/slides/slide6.xml" Id="R6896fb5795c54549" /><Relationship Type="http://schemas.openxmlformats.org/officeDocument/2006/relationships/slide" Target="/ppt/slides/slide7.xml" Id="Rd40672fe050a4a75" /><Relationship Type="http://schemas.openxmlformats.org/officeDocument/2006/relationships/slide" Target="/ppt/slides/slide8.xml" Id="R47fad34b596b4ec9" /><Relationship Type="http://schemas.openxmlformats.org/officeDocument/2006/relationships/slide" Target="/ppt/slides/slide9.xml" Id="R4b40cc4d3bfc4708" /><Relationship Type="http://schemas.openxmlformats.org/officeDocument/2006/relationships/slide" Target="/ppt/slides/slide10.xml" Id="Rc1b040f6bbaf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41f20d0886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1f0e652b34e44" /><Relationship Type="http://schemas.openxmlformats.org/officeDocument/2006/relationships/notesMaster" Target="/ppt/notesMasters/notesMaster1.xml" Id="R8f9d12a137a341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c5f2acc1c435f" /><Relationship Type="http://schemas.openxmlformats.org/officeDocument/2006/relationships/notesMaster" Target="/ppt/notesMasters/notesMaster1.xml" Id="R2a550d865bb4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f53244e8dc40bf" /><Relationship Type="http://schemas.openxmlformats.org/officeDocument/2006/relationships/notesMaster" Target="/ppt/notesMasters/notesMaster1.xml" Id="R25763d3c55ad4a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87221f1c64c44" /><Relationship Type="http://schemas.openxmlformats.org/officeDocument/2006/relationships/notesMaster" Target="/ppt/notesMasters/notesMaster1.xml" Id="Rfac2b15b63b742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1435790ab94986" /><Relationship Type="http://schemas.openxmlformats.org/officeDocument/2006/relationships/notesMaster" Target="/ppt/notesMasters/notesMaster1.xml" Id="R45a758e64f1e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2904a1e41a46a1" /><Relationship Type="http://schemas.openxmlformats.org/officeDocument/2006/relationships/notesMaster" Target="/ppt/notesMasters/notesMaster1.xml" Id="R75ab3f8f661448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7c4487461548fb" /><Relationship Type="http://schemas.openxmlformats.org/officeDocument/2006/relationships/notesMaster" Target="/ppt/notesMasters/notesMaster1.xml" Id="R94aa5feb6a38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013c341c242e7" /><Relationship Type="http://schemas.openxmlformats.org/officeDocument/2006/relationships/notesMaster" Target="/ppt/notesMasters/notesMaster1.xml" Id="R978c942cdc534f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8f73c577a4337" /><Relationship Type="http://schemas.openxmlformats.org/officeDocument/2006/relationships/notesMaster" Target="/ppt/notesMasters/notesMaster1.xml" Id="Rf2d9c9718b8b42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5e7a3bcf6b4c96" /><Relationship Type="http://schemas.openxmlformats.org/officeDocument/2006/relationships/notesMaster" Target="/ppt/notesMasters/notesMaster1.xml" Id="R6bfc5c2c27d5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fe3e8e632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24d07e2c864f3f" /><Relationship Type="http://schemas.openxmlformats.org/officeDocument/2006/relationships/slideLayout" Target="/ppt/slideLayouts/slideLayout1.xml" Id="R3696571b99d2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6571b99d2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89f529fac4242" /><Relationship Type="http://schemas.openxmlformats.org/officeDocument/2006/relationships/notesSlide" Target="/ppt/notesSlides/notesSlide1.xml" Id="R1510b4ec56ad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026ebf8b94099" /><Relationship Type="http://schemas.openxmlformats.org/officeDocument/2006/relationships/notesSlide" Target="/ppt/notesSlides/notesSlide2.xml" Id="Ra67d59ba0911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8e45794a74c8d" /><Relationship Type="http://schemas.openxmlformats.org/officeDocument/2006/relationships/notesSlide" Target="/ppt/notesSlides/notesSlide3.xml" Id="R9ede8bf458c4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b01526434d3e" /><Relationship Type="http://schemas.openxmlformats.org/officeDocument/2006/relationships/notesSlide" Target="/ppt/notesSlides/notesSlide4.xml" Id="R1fb7480e3d0d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c67b33c17433d" /><Relationship Type="http://schemas.openxmlformats.org/officeDocument/2006/relationships/notesSlide" Target="/ppt/notesSlides/notesSlide5.xml" Id="R65d968734dde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b93fcb0d4e97" /><Relationship Type="http://schemas.openxmlformats.org/officeDocument/2006/relationships/image" Target="/ppt/media/image.png" Id="R667d053b7d76490f" /><Relationship Type="http://schemas.openxmlformats.org/officeDocument/2006/relationships/notesSlide" Target="/ppt/notesSlides/notesSlide6.xml" Id="R6c73655414234a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2293dcaf4455c" /><Relationship Type="http://schemas.openxmlformats.org/officeDocument/2006/relationships/notesSlide" Target="/ppt/notesSlides/notesSlide7.xml" Id="R6ba9a434def0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283d1a93f4797" /><Relationship Type="http://schemas.openxmlformats.org/officeDocument/2006/relationships/notesSlide" Target="/ppt/notesSlides/notesSlide8.xml" Id="R72bd44721b3c4d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4ecf06cbb4e2b" /><Relationship Type="http://schemas.openxmlformats.org/officeDocument/2006/relationships/notesSlide" Target="/ppt/notesSlides/notesSlide9.xml" Id="R68ee34bd54c746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7571b01c44446" /><Relationship Type="http://schemas.openxmlformats.org/officeDocument/2006/relationships/notesSlide" Target="/ppt/notesSlides/notesSlide10.xml" Id="R2bc0713765d34d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D3045-36EB-484F-B055-5CADC11E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gpio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F5F10-1980-4DD1-AEF2-59B5E99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BBC9F-E14C-4F1F-9732-ACA2989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AHB-Lite GPIO 寄存器、方向控制和中断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CC8BB-8B0F-4564-B619-57824E5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gpio 把软件可见寄存器映射到引脚输入输出和边沿/电平事件检测。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C682-8194-40A8-8F9E-E666107A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32923-0A6D-4A18-AE50-14B250D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方向控制决定输出使能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9F94D-2612-4511-8217-8A04818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172B6-A3F2-4776-8C9C-9CACF19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输入寄存器反映同步后的 pin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9B481-5F32-4277-942A-B4405E3E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A2EDD-BEA9-4EB6-9A4F-B2C8D4B8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中断状态 sticky/W1C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1E142-876A-4CA9-9C83-B744EE5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2AD48-879D-4CB5-B478-FB3BE55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 AHB 访问返回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BE96D-9534-4E30-99F0-33120B23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D8E2E-41C2-41F4-95C8-516F74A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register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68C8C-C40C-4501-9635-C55A7262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OUT register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C526B-D833-497F-98AC-E150C54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DIR register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F20FE-5C90-4760-9397-2B53048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input sample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FBA30-E4C2-4EA2-B502-CEC3A9A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edge/level detect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F8763-9037-41CB-AFD1-FC303C4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IRQ_STATUS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sticky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C5E70-55DC-4EC8-AC19-F766EFC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7660B-7FC0-4633-B3B8-43761AB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7073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79EC7-14C3-495F-B544-8E37112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60474-834B-4A79-9028-8E3E812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94E08-718F-4D18-B087-61BE470D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392AC-E64C-441A-89A7-1F7643F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EB4B-DE3B-471F-A4B0-773F3CF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250C9-42B2-4F4F-B88F-388B3B2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408E0-55F9-49E2-A319-E6EF209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9727D-604C-4E2A-9581-2A50409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gpio 把软件可见寄存器映射到引脚输入输出和边沿/电平事件检测。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C1230-761E-466C-919C-7CE9CBA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499C5-C641-4055-8108-1991394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方向控制决定输出使能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8D063-87BB-4FEE-891F-BCA74D62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0F7BF-A136-4738-A175-7F953CA8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输入寄存器反映同步后的 pin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F8793-1D86-429D-8C95-E26D54B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B33FD-D592-4944-9CFA-7FA0D3A2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中断状态 sticky/W1C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D267B-75BA-42C3-A312-E28FBB59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82E9D-549F-48AE-B104-AD42AC2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E4573-997D-4AB9-868E-51D655FD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0E9ED-5EC8-4EA7-8E4D-99A874A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A13D2-C8A0-427D-B0A6-42C60E07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E4E8E-9E05-4C90-B66A-49C652A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D6AED-1F7D-4208-9152-BF7C16F5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94628-7759-403C-BA5C-7E83D3C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ACDCA-6E36-436E-A101-FABEC51C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B6954-45EE-467C-B71A-E0899374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E53731-E71D-4FB8-B47F-BB47FFC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6459E-3B34-4B0B-9A4F-98229F5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C6DB2-4C7B-404D-829B-4FD3BE3C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50D1D-8945-45FA-BAE7-812FD5B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9374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0499D-EA74-49D4-9955-853D72D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CD58D-838A-4592-8475-154D927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7FA3B-AB2E-4F85-A27D-6B3D9B80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A2A35-2645-4C33-9A53-E24F9E9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方向控制决定输出使能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91D2-35AA-4224-860D-A1794C47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26D4A-86E5-4355-AFFB-E99FABD7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输入寄存器反映同步后的 pin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7E754-61AA-4C30-9665-C540E01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9221C-1EB8-486C-86FD-158C801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中断状态 sticky/W1C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A24AB-4E28-48E0-ADD1-33AD84DB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F4C2-36BB-4AEB-A6DD-48E985D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非法 AHB 访问返回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CC6D2-CA6D-443A-B4A9-4E0086F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D3C69-3CA4-42FC-9AD8-74870D8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软件写 DIR/OUT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CD9FF-A910-47D5-A8C3-468D0D3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5C960-B9E6-41A2-A01C-FEC1ACDB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外部 pin 被采样进入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FEADC-DF78-4AA4-9516-17925FF4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9F276-92EE-45A7-9A29-7F441B8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A769D-F1D1-4D54-AABC-EA633F2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8903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FA4A9-6BB4-49A6-B004-827020A7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6001B-1EC4-4795-B695-D77EECB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DA622-241A-462A-80AF-C71FCFB5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244C-D644-4DD9-8AE6-C7058A97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D5CBC-768A-410D-8828-B70F5B42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A3F94-9B67-4511-8D86-BF2D1E4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register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5400D-085B-4D4E-B918-E268AA1D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OUT register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EC70B-4FCC-4C8D-818B-D6302F3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DIR register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3675E-8738-473E-B191-2DDBBA3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input sample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3FB4B-F591-4EBA-8B20-F07D60DF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edge/level detect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EB914-B324-400D-87AB-041A96ED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IRQ_STATUS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sticky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8C735-2840-4C57-B568-0D66AC73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77ED0-785A-433A-9DB3-6916537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C1BAB-BBD3-4CE9-B6C1-96CEB798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3C2C3-D05B-4987-AA47-1CE8997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6BE31-F564-4381-92C7-1B59513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81388-0F59-4BE5-A757-D9006F0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B990E-17B4-4214-9141-7B1AF0C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1C341-642E-4F65-8A3E-84893EDF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1A41C-B883-439E-89E7-BF9234EF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27531-35AE-45A7-91B8-1A5527F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21554-A4C1-4657-B731-82CB3D0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2414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45CF7-5AB8-4294-B4E6-70E9C030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7F472-5944-4B1D-8013-7E1BB6A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B4454-941B-4A5A-BF84-5641ED3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软件写 DIR/OUT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12221-3AB8-4030-B04A-E71863D1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A7D9B-B56F-4F5B-82F9-EAFBF86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外部 pin 被采样进入 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1C895-7384-4E9D-B507-7CFE528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9B41-0927-4942-9724-936BF2DE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事件检测更新 IRQ_STATUS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C071A-9B68-4018-93ED-2B96AE4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B87A0-D213-4694-9181-ECD34ED2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软件 W1C 清除中断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178C5-2671-4581-BF3D-966DDFA4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496F3-DB05-4371-97CC-FC17530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FCC9E-F3EF-4F1F-9987-E37AB697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软件写 DIR/OUT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9155E-B3D7-4461-965D-E3032B04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E4C99-6AB0-441C-95B1-3E2680B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外部 pin 被采样进入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6BAB7-1045-4937-8320-7D3FDB6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95830-9D57-429F-B066-9CC97A23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事件检测更新 IRQ_STATUS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D50D1-59CF-45C2-B675-A9B402C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7EB5F-2E8E-437A-983A-00CF8E24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 W1C 清除中断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E596F-D2E4-4E4D-891B-0746D23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2DEAB-2574-4496-A612-88F374B9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8744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F16B6-C89B-4DC0-AA34-3700DA2F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4D11F-13CB-4A5B-944F-7572E26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d053b7d76490f"/>
          <a:stretch xmlns:a="http://schemas.openxmlformats.org/drawingml/2006/main"/>
        </p:blipFill>
        <p:spPr>
          <a:xfrm xmlns:a="http://schemas.openxmlformats.org/drawingml/2006/main">
            <a:off x="876300" y="1559719"/>
            <a:ext cx="5334000" cy="31670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1F8D-D2BD-435B-ADBB-CE3107E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DE596-012F-415A-90D6-11E3AC4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D225B-4723-413B-8598-FD72A307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3B5BE-60E0-4202-A95F-6C938A36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E29FB-6FCB-4F30-81ED-BCA1FA7E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0055-3A40-4113-AB64-2A43DB3A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4109B-2E12-4B78-822C-BCF2FEE3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6C316-0A8C-4C49-BB15-7B7AC21B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2056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3E506-790F-461B-8FB5-8374C7C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ECA30-453F-4529-9F8A-F1F4BAEF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CFB9D-FD26-4E8D-8ECF-A45BFF12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3EED8-D887-44CD-A17C-7DE07F57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AF4FD-4705-4538-8764-5AA616F2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8F057-71BE-4858-8AFC-7F8170E4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06959-3EA4-439B-9728-6A46AF4C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99551-7619-45ED-AA62-742A28EF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13C57-B3D8-4F2F-B3E1-115DC5D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方向与输出值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7BF23-EAA2-49D7-900C-B6283181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F5BFD-4A97-4A1B-948D-FA83CCC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输入采样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CB14-7D85-44F5-96FB-BB617DC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AF884-E708-4ECF-BC09-C48A646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边沿/电平中断和 W1C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7DB88-5B64-450B-9C00-87BC9F9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32D26-08D1-4291-A680-F9D0609D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869D-5108-4150-8722-F8AECB8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A3795-C7E8-4EE3-BBFF-209BA8E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6931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E1208-C5FE-40F9-941B-7374F34F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B3C58-600D-451F-AED0-C2C9AF47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81D71-D14F-4821-B07F-C990C311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E7D24-2BC0-4567-87DA-FA065E2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2CCA-8D81-4DCE-89BD-552F2563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523A9-DCF9-4907-9B41-217C4599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C455A-42BC-4205-8738-89999745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9EEE0-CFE9-4EB0-ACD4-EDE5F70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782EF-E295-4B83-BF01-12F73A07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D0CC2-FDB0-4973-BEE0-3489AD9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E00C-1824-4E10-8E80-7D2B669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AFE1F-4BAA-4999-A165-53CE6A7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BDA7E-EA77-46AE-BDDE-849C0E4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B111A-0818-4C1B-88AE-E86A9AE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98467-C2F5-4C5D-BB5E-F1F707D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1B70E-357C-4322-880D-39ACD1E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1620A-B522-4DAA-838C-C1961AA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57A80-610A-4BE5-9565-C844200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83752-BB14-42D6-984C-8F6FED4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E9C59-B488-4816-A20E-24C6221E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F8745-4D4E-4D20-ACFE-1811097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923EB-A15E-49FB-8090-B866B041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0564D-FB30-44E5-BF11-65154D1E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8EE76-73E3-4754-A438-6E8389C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63150-25A2-46FF-849B-A1262687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3872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902DB-39C0-4421-94A9-E859337C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90788-7D42-40D5-9A93-1F4095D1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F2585-BB1B-4337-856B-715291A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F0DF7-AA22-44ED-A8DD-7C8E454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9B7C6-AB6E-41E1-9FD7-9E31235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33265-FE72-439C-9B92-9EE5D0A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C6E01-57E6-4694-806F-34A6A7BB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方向与输出值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D5007-D151-421C-9C06-E9281448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FFBE9-0126-40D2-B155-F50264E3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5C06B-005C-404C-AAF8-58592E75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76217-3067-4434-A573-E239971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输入采样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645C-B150-4952-991A-0AD68E37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4BF8F-33C6-4784-A99D-4A1CCE87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514DB-160D-4AC2-9541-71BC2C14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F768E-7922-4A5D-A20A-829AF42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边沿/电平中断和 W1C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81356-58EB-40E5-9708-C42C550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1624F-6DF2-4D78-8700-0C3B93D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A8ABB-8B44-4F59-AC86-A5FD9DA4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A126A-FC16-4857-B617-EEDCDA9D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方向控制决定输出使能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4EFAF-919F-457C-AEEF-B7991D2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81959-A9E9-4825-8E51-F11477D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5778F-0CCB-4009-8B37-644A07A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B2AEC-F0A6-431C-A52D-A9BD3E78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输入寄存器反映同步后的 pin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53942-7EF0-44FC-89C0-C3224920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2CED3-4706-45C9-8DC8-CB00EF9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75456-E555-4E6F-ABA8-E47AFEC2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4F3C0-9794-41FF-8549-380DE5E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8CC8A-BE66-4F47-BD35-1C455F7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43CC0-2070-4B56-9BC7-1203CB4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53A4FE-17DC-4961-A10C-9B1DD02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98C80-A134-4BFA-8AE2-8264A24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方向与输出值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B4042C-FB45-4B61-BD9B-DFC1E53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437AD5-C898-49AC-B8A0-C726EC2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输入采样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5A42F-0E18-4E25-802D-392CBB7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7E1DA3-5F16-4C91-B93B-BF0C169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边沿/电平中断和 W1C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A2D10A-06EA-49B3-90F7-459C0B28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111C6-1769-491F-939C-BC24985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EA47CA-ABF8-4A60-919A-5744D1E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3241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36BDF-F336-4897-9D00-3B88339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E2A1-2176-4FE1-A710-379C2319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AB511-2F22-42DC-8E7D-F0817C7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6F02D-FFC8-4D76-AC53-ADD8E696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BE2F2-4A93-42D0-9B28-36D9461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方向控制决定输出使能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FE17E-60B8-4315-A6D5-13BE39B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77E46-2CC5-464F-9D34-94DBCF3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输入寄存器反映同步后的 pin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B0162-1693-4CC4-9BC1-FB1C565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993E-2626-4CE4-8B6B-A80773F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中断状态 sticky/W1C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EBDB6-AAA7-4EBF-A40A-CCF2284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CEE2D-B77F-4256-B614-51598E8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 AHB 访问返回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9C739-5D82-41E8-BF74-EBEC7BCE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40253-3891-4734-BFEE-968C4C4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3953E-7A24-4B28-ABCD-402AD0F9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3C99-124A-4F43-B62C-E1D5674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D0BCF-67DD-40E4-8C3D-516682A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方向与输出值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9C4A6-BE3D-41D4-99B8-1ED32DD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508D9-0177-45F8-9707-614D8323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输入采样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DCEB5-AC88-498B-8706-872EE0AD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8F95D-2A12-4498-861C-7AA2742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边沿/电平中断和 W1C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C6049-4E7D-4765-9348-1F8E5514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82F7E-7B45-45DE-B28E-52BD0FE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64053-EEA9-4931-A964-E8103B29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34845-E863-4A15-8AF9-37BEC10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68664-A18F-4553-9622-387075D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6DB9A-C9BF-4D8F-854F-66271FB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FF373-5A74-4550-A367-913FA5C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ED166-5001-4A4A-AE4B-62DCDF7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04CAF-87AD-4ED3-AB4A-1EFF550C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7AB70-06E3-42A9-A723-3107D8D0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交付物：gpio/docs/wasp1_gpio_design.pptx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7C772-6EE1-4707-98F8-0C914F8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gpio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16D032-9779-440E-B62F-3FFB7B0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66582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2026-06-18T05:30:59.3520000Z</dcterms:created>
  <dcterms:modified xsi:type="dcterms:W3CDTF">2026-06-18T05:30:59.3520000Z</dcterms:modified>
</coreProperties>
</file>