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1107ed55bc4ea9" /><Relationship Type="http://schemas.openxmlformats.org/officeDocument/2006/relationships/extended-properties" Target="/docProps/app.xml" Id="R855125683ae4455d" /><Relationship Type="http://schemas.openxmlformats.org/officeDocument/2006/relationships/officeDocument" Target="/ppt/presentation.xml" Id="R28e6d0f1a18d4d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c5a1ef54c84827"/>
  </p:sldMasterIdLst>
  <p:notesMasterIdLst>
    <p:notesMasterId xmlns:r="http://schemas.openxmlformats.org/officeDocument/2006/relationships" r:id="Re30213c5bc0a4a2d"/>
  </p:notesMasterIdLst>
  <p:sldIdLst>
    <p:sldId xmlns:r="http://schemas.openxmlformats.org/officeDocument/2006/relationships" id="256" r:id="Rf54000b1e7a141e5"/>
    <p:sldId xmlns:r="http://schemas.openxmlformats.org/officeDocument/2006/relationships" id="257" r:id="R199614cb03c441d6"/>
    <p:sldId xmlns:r="http://schemas.openxmlformats.org/officeDocument/2006/relationships" id="258" r:id="R6d59e61eb8e0446e"/>
    <p:sldId xmlns:r="http://schemas.openxmlformats.org/officeDocument/2006/relationships" id="259" r:id="R343c2c36bbb74713"/>
    <p:sldId xmlns:r="http://schemas.openxmlformats.org/officeDocument/2006/relationships" id="260" r:id="R131bdcd67b894c6a"/>
    <p:sldId xmlns:r="http://schemas.openxmlformats.org/officeDocument/2006/relationships" id="261" r:id="R7a4b4eaae8624d19"/>
    <p:sldId xmlns:r="http://schemas.openxmlformats.org/officeDocument/2006/relationships" id="262" r:id="Ra35dbcbc36344fbc"/>
    <p:sldId xmlns:r="http://schemas.openxmlformats.org/officeDocument/2006/relationships" id="263" r:id="R5dc8ee3820bd49d7"/>
    <p:sldId xmlns:r="http://schemas.openxmlformats.org/officeDocument/2006/relationships" id="264" r:id="Rad2cb4bdc5934f81"/>
    <p:sldId xmlns:r="http://schemas.openxmlformats.org/officeDocument/2006/relationships" id="265" r:id="Ra586ca15895c4d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c783c1d5be4900" /><Relationship Type="http://schemas.openxmlformats.org/officeDocument/2006/relationships/slideMaster" Target="/ppt/slideMasters/slideMaster1.xml" Id="R4ac5a1ef54c84827" /><Relationship Type="http://schemas.openxmlformats.org/officeDocument/2006/relationships/notesMaster" Target="/ppt/notesMasters/notesMaster1.xml" Id="Re30213c5bc0a4a2d" /><Relationship Type="http://schemas.openxmlformats.org/officeDocument/2006/relationships/presProps" Target="/ppt/presProps.xml" Id="R857723fb90ca44cb" /><Relationship Type="http://schemas.openxmlformats.org/officeDocument/2006/relationships/tableStyles" Target="/ppt/tableStyles.xml" Id="R2ee9fac691ec4000" /><Relationship Type="http://schemas.openxmlformats.org/officeDocument/2006/relationships/slide" Target="/ppt/slides/slide1.xml" Id="Rf54000b1e7a141e5" /><Relationship Type="http://schemas.openxmlformats.org/officeDocument/2006/relationships/slide" Target="/ppt/slides/slide2.xml" Id="R199614cb03c441d6" /><Relationship Type="http://schemas.openxmlformats.org/officeDocument/2006/relationships/slide" Target="/ppt/slides/slide3.xml" Id="R6d59e61eb8e0446e" /><Relationship Type="http://schemas.openxmlformats.org/officeDocument/2006/relationships/slide" Target="/ppt/slides/slide4.xml" Id="R343c2c36bbb74713" /><Relationship Type="http://schemas.openxmlformats.org/officeDocument/2006/relationships/slide" Target="/ppt/slides/slide5.xml" Id="R131bdcd67b894c6a" /><Relationship Type="http://schemas.openxmlformats.org/officeDocument/2006/relationships/slide" Target="/ppt/slides/slide6.xml" Id="R7a4b4eaae8624d19" /><Relationship Type="http://schemas.openxmlformats.org/officeDocument/2006/relationships/slide" Target="/ppt/slides/slide7.xml" Id="Ra35dbcbc36344fbc" /><Relationship Type="http://schemas.openxmlformats.org/officeDocument/2006/relationships/slide" Target="/ppt/slides/slide8.xml" Id="R5dc8ee3820bd49d7" /><Relationship Type="http://schemas.openxmlformats.org/officeDocument/2006/relationships/slide" Target="/ppt/slides/slide9.xml" Id="Rad2cb4bdc5934f81" /><Relationship Type="http://schemas.openxmlformats.org/officeDocument/2006/relationships/slide" Target="/ppt/slides/slide10.xml" Id="Ra586ca15895c4d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52d101ef6949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8d353f1e2d4fb4" /><Relationship Type="http://schemas.openxmlformats.org/officeDocument/2006/relationships/notesMaster" Target="/ppt/notesMasters/notesMaster1.xml" Id="R44c4da9c556c4e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89d17f1c594c00" /><Relationship Type="http://schemas.openxmlformats.org/officeDocument/2006/relationships/notesMaster" Target="/ppt/notesMasters/notesMaster1.xml" Id="Ra953b2f7eec243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87a1d418184885" /><Relationship Type="http://schemas.openxmlformats.org/officeDocument/2006/relationships/notesMaster" Target="/ppt/notesMasters/notesMaster1.xml" Id="R05c1744d15964c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e52b367953475c" /><Relationship Type="http://schemas.openxmlformats.org/officeDocument/2006/relationships/notesMaster" Target="/ppt/notesMasters/notesMaster1.xml" Id="R4bb4f0178d6d4c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6741aa22804feb" /><Relationship Type="http://schemas.openxmlformats.org/officeDocument/2006/relationships/notesMaster" Target="/ppt/notesMasters/notesMaster1.xml" Id="Recfb5daf4ecd44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4375768e574135" /><Relationship Type="http://schemas.openxmlformats.org/officeDocument/2006/relationships/notesMaster" Target="/ppt/notesMasters/notesMaster1.xml" Id="R2c24eb7b83574d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36201549b44411" /><Relationship Type="http://schemas.openxmlformats.org/officeDocument/2006/relationships/notesMaster" Target="/ppt/notesMasters/notesMaster1.xml" Id="R82429880238b45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c6a00ef2334d4f" /><Relationship Type="http://schemas.openxmlformats.org/officeDocument/2006/relationships/notesMaster" Target="/ppt/notesMasters/notesMaster1.xml" Id="R236d6ae5010546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eaa4e5880248b6" /><Relationship Type="http://schemas.openxmlformats.org/officeDocument/2006/relationships/notesMaster" Target="/ppt/notesMasters/notesMaster1.xml" Id="Rcbad1ed56d4e4b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5bdb2c509c4127" /><Relationship Type="http://schemas.openxmlformats.org/officeDocument/2006/relationships/notesMaster" Target="/ppt/notesMasters/notesMaster1.xml" Id="Rd78fc54d612840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11d88c35b4e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ad557d15044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a82de8e9046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6b39b861504c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f42a6e59f41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911bfdf6a454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c9585b61841f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2237a082643b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0fa7552974187" /><Relationship Type="http://schemas.openxmlformats.org/officeDocument/2006/relationships/image" Target="/ppt/media/image.png" Id="Rc494c0354402482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394b8547b4606" /><Relationship Type="http://schemas.openxmlformats.org/officeDocument/2006/relationships/image" Target="/ppt/media/image2.png" Id="Rfeb15b57c10441c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c494c0354402482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feb15b57c10441c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497fea4a344533" /><Relationship Type="http://schemas.openxmlformats.org/officeDocument/2006/relationships/slideLayout" Target="/ppt/slideLayouts/slideLayout1.xml" Id="R18e6bc463c9e4372" /><Relationship Type="http://schemas.openxmlformats.org/officeDocument/2006/relationships/slideLayout" Target="/ppt/slideLayouts/slideLayout2.xml" Id="R4d5e486e270b42fa" /><Relationship Type="http://schemas.openxmlformats.org/officeDocument/2006/relationships/slideLayout" Target="/ppt/slideLayouts/slideLayout3.xml" Id="Rbae0916ec3c24a98" /><Relationship Type="http://schemas.openxmlformats.org/officeDocument/2006/relationships/slideLayout" Target="/ppt/slideLayouts/slideLayout4.xml" Id="R9e371d50b343437b" /><Relationship Type="http://schemas.openxmlformats.org/officeDocument/2006/relationships/slideLayout" Target="/ppt/slideLayouts/slideLayout5.xml" Id="Rdb21095aad054308" /><Relationship Type="http://schemas.openxmlformats.org/officeDocument/2006/relationships/slideLayout" Target="/ppt/slideLayouts/slideLayout6.xml" Id="R00b085667cb5490f" /><Relationship Type="http://schemas.openxmlformats.org/officeDocument/2006/relationships/slideLayout" Target="/ppt/slideLayouts/slideLayout7.xml" Id="Rf33733a90f4446d5" /><Relationship Type="http://schemas.openxmlformats.org/officeDocument/2006/relationships/slideLayout" Target="/ppt/slideLayouts/slideLayout8.xml" Id="R04457d4c1f0d430b" /><Relationship Type="http://schemas.openxmlformats.org/officeDocument/2006/relationships/slideLayout" Target="/ppt/slideLayouts/slideLayout9.xml" Id="Rfcef11cd0d5848d9" /><Relationship Type="http://schemas.openxmlformats.org/officeDocument/2006/relationships/slideLayout" Target="/ppt/slideLayouts/slideLayout10.xml" Id="R553504791c4849a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e6bc463c9e4372"/>
    <p:sldLayoutId xmlns:r="http://schemas.openxmlformats.org/officeDocument/2006/relationships" id="2147483650" r:id="R4d5e486e270b42fa"/>
    <p:sldLayoutId xmlns:r="http://schemas.openxmlformats.org/officeDocument/2006/relationships" id="2147483651" r:id="Rbae0916ec3c24a98"/>
    <p:sldLayoutId xmlns:r="http://schemas.openxmlformats.org/officeDocument/2006/relationships" id="2147483652" r:id="R9e371d50b343437b"/>
    <p:sldLayoutId xmlns:r="http://schemas.openxmlformats.org/officeDocument/2006/relationships" id="2147483653" r:id="Rdb21095aad054308"/>
    <p:sldLayoutId xmlns:r="http://schemas.openxmlformats.org/officeDocument/2006/relationships" id="2147483654" r:id="R00b085667cb5490f"/>
    <p:sldLayoutId xmlns:r="http://schemas.openxmlformats.org/officeDocument/2006/relationships" id="2147483655" r:id="Rf33733a90f4446d5"/>
    <p:sldLayoutId xmlns:r="http://schemas.openxmlformats.org/officeDocument/2006/relationships" id="2147483656" r:id="R04457d4c1f0d430b"/>
    <p:sldLayoutId xmlns:r="http://schemas.openxmlformats.org/officeDocument/2006/relationships" id="2147483657" r:id="Rfcef11cd0d5848d9"/>
    <p:sldLayoutId xmlns:r="http://schemas.openxmlformats.org/officeDocument/2006/relationships" id="2147483658" r:id="R553504791c4849aa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00c0f44914c97" /><Relationship Type="http://schemas.openxmlformats.org/officeDocument/2006/relationships/notesSlide" Target="/ppt/notesSlides/notesSlide1.xml" Id="Rbd54425fd1f843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91498c033461e" /><Relationship Type="http://schemas.openxmlformats.org/officeDocument/2006/relationships/notesSlide" Target="/ppt/notesSlides/notesSlide2.xml" Id="Rff94fb8a23554a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6794d5aaa4f31" /><Relationship Type="http://schemas.openxmlformats.org/officeDocument/2006/relationships/image" Target="/ppt/media/image3.png" Id="R3609ad46999f446f" /><Relationship Type="http://schemas.openxmlformats.org/officeDocument/2006/relationships/notesSlide" Target="/ppt/notesSlides/notesSlide3.xml" Id="R3578c24da70b42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ba4fa5ca7a4114" /><Relationship Type="http://schemas.openxmlformats.org/officeDocument/2006/relationships/image" Target="/ppt/media/image4.png" Id="R0d6cfe8c24c845c2" /><Relationship Type="http://schemas.openxmlformats.org/officeDocument/2006/relationships/notesSlide" Target="/ppt/notesSlides/notesSlide4.xml" Id="Rb9414a25991b4d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2f1e66668d433f" /><Relationship Type="http://schemas.openxmlformats.org/officeDocument/2006/relationships/image" Target="/ppt/media/image5.png" Id="R73380fba9fef42e9" /><Relationship Type="http://schemas.openxmlformats.org/officeDocument/2006/relationships/notesSlide" Target="/ppt/notesSlides/notesSlide5.xml" Id="R282a19fb71904b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8695122a0c4f34" /><Relationship Type="http://schemas.openxmlformats.org/officeDocument/2006/relationships/image" Target="/ppt/media/image6.png" Id="R843d5bc9322d46f8" /><Relationship Type="http://schemas.openxmlformats.org/officeDocument/2006/relationships/notesSlide" Target="/ppt/notesSlides/notesSlide6.xml" Id="R76bf4ea3b3de4b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461eb7418b144c6" /><Relationship Type="http://schemas.openxmlformats.org/officeDocument/2006/relationships/notesSlide" Target="/ppt/notesSlides/notesSlide7.xml" Id="R621f3dfd787f44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7730194c0f4dc1" /><Relationship Type="http://schemas.openxmlformats.org/officeDocument/2006/relationships/notesSlide" Target="/ppt/notesSlides/notesSlide8.xml" Id="Rc28989d51d2548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cac0c5bf01c4d47" /><Relationship Type="http://schemas.openxmlformats.org/officeDocument/2006/relationships/notesSlide" Target="/ppt/notesSlides/notesSlide9.xml" Id="R9242cb37367743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3def468a9143e2" /><Relationship Type="http://schemas.openxmlformats.org/officeDocument/2006/relationships/notesSlide" Target="/ppt/notesSlides/notesSlide10.xml" Id="Rd67e9303551e4d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wasp1 tile</a:t>
            </a:r>
          </a:p>
          <a:p xmlns:a="http://schemas.openxmlformats.org/drawingml/2006/main">
            <a:r>
              <a:rPr sz="7200"/>
              <a:t>integration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RV32I + Zicsr</a:t>
            </a:r>
          </a:p>
          <a:p xmlns:a="http://schemas.openxmlformats.org/drawingml/2006/main">
            <a:r>
              <a:rPr sz="2000"/>
              <a:t>frontend + I-cache + D-cache</a:t>
            </a:r>
          </a:p>
          <a:p xmlns:a="http://schemas.openxmlformats.org/drawingml/2006/main">
            <a:r>
              <a:rPr sz="2000"/>
              <a:t>valid/ready I/D memory ports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WASP1 / CPU TILE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DESIGN SPEC + VERIFICATION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tile exists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7739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One PC owner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Frontend owns boot, sequential fetch, buffering, and redirect reload.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445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hidden state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Tile contains structural wiring only; child modules retain every register and FSM.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322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Two independent ports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I-cache and D-cache remain separate initiators for later AHB integration.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Complete tile architecture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/>
            </a:r>
          </a:p>
        </p:txBody>
      </p:sp>
      <p:sp>
        <p:nvSpPr>
          <p:cNvPr id="534" name="bounded-engineering-body">
            <a:extLst xmlns:a="http://schemas.openxmlformats.org/drawingml/2006/main">
              <a:ext uri="{FF2B5EF4-FFF2-40B4-BE49-F238E27FC236}">
                <a16:creationId xmlns:a16="http://schemas.microsoft.com/office/drawing/2014/main" id="{ACA36C08-E979-4855-89F3-C25593B2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Four verified blocks form one execution tile.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Green = SEQ state on clk_i/rst_ni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Yellow = COMB wiring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Blue = IF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The wrapper introduces no register, queue, or arbitration state.</a:t>
            </a:r>
          </a:p>
        </p:txBody>
      </p:sp>
      <p:pic>
        <p:nvPicPr>
          <p:cNvPr id="5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9ad46999f446f"/>
          <a:stretch xmlns:a="http://schemas.openxmlformats.org/drawingml/2006/main"/>
        </p:blipFill>
        <p:spPr>
          <a:xfrm xmlns:a="http://schemas.openxmlformats.org/drawingml/2006/main">
            <a:off x="6048375" y="1619029"/>
            <a:ext cx="5953125" cy="346754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Instruction path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/>
            </a:r>
          </a:p>
        </p:txBody>
      </p:sp>
      <p:sp>
        <p:nvSpPr>
          <p:cNvPr id="534" name="bounded-engineering-body">
            <a:extLst xmlns:a="http://schemas.openxmlformats.org/drawingml/2006/main">
              <a:ext uri="{FF2B5EF4-FFF2-40B4-BE49-F238E27FC236}">
                <a16:creationId xmlns:a16="http://schemas.microsoft.com/office/drawing/2014/main" id="{75BB2FB3-DC9C-435F-8C5C-363D5A02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frontend emits a word fetch request.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I-cache serves hits or refills one 16-byte line.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The instruction buffer decouples cache latency from core acceptance.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Branch/trap/MRET redirects flush younger fetch work and reload the frontend PC.</a:t>
            </a:r>
          </a:p>
        </p:txBody>
      </p:sp>
      <p:pic>
        <p:nvPicPr>
          <p:cNvPr id="5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cfe8c24c845c2"/>
          <a:stretch xmlns:a="http://schemas.openxmlformats.org/drawingml/2006/main"/>
        </p:blipFill>
        <p:spPr>
          <a:xfrm xmlns:a="http://schemas.openxmlformats.org/drawingml/2006/main">
            <a:off x="6048375" y="2022101"/>
            <a:ext cx="5953125" cy="26613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Data-cache policy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/>
            </a:r>
          </a:p>
        </p:txBody>
      </p:sp>
      <p:sp>
        <p:nvSpPr>
          <p:cNvPr id="534" name="bounded-engineering-body">
            <a:extLst xmlns:a="http://schemas.openxmlformats.org/drawingml/2006/main">
              <a:ext uri="{FF2B5EF4-FFF2-40B4-BE49-F238E27FC236}">
                <a16:creationId xmlns:a16="http://schemas.microsoft.com/office/drawing/2014/main" id="{4DF3CC0F-EEC2-415C-8A3A-F4684A60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Load hit: return selected cached word.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Load miss: refill four words, allocate line, return requested word.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Store: always write through.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Store hit: update cached bytes only after downstream success.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Store miss: no allocation.</a:t>
            </a:r>
          </a:p>
        </p:txBody>
      </p:sp>
      <p:pic>
        <p:nvPicPr>
          <p:cNvPr id="5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80fba9fef42e9"/>
          <a:stretch xmlns:a="http://schemas.openxmlformats.org/drawingml/2006/main"/>
        </p:blipFill>
        <p:spPr>
          <a:xfrm xmlns:a="http://schemas.openxmlformats.org/drawingml/2006/main">
            <a:off x="6048375" y="1670395"/>
            <a:ext cx="5953125" cy="33648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LSU valid/ready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/>
            </a:r>
          </a:p>
        </p:txBody>
      </p:sp>
      <p:sp>
        <p:nvSpPr>
          <p:cNvPr id="534" name="bounded-engineering-body">
            <a:extLst xmlns:a="http://schemas.openxmlformats.org/drawingml/2006/main">
              <a:ext uri="{FF2B5EF4-FFF2-40B4-BE49-F238E27FC236}">
                <a16:creationId xmlns:a16="http://schemas.microsoft.com/office/drawing/2014/main" id="{C312C264-513A-4616-9935-6BEB8119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Exactly one LSU request may be outstanding.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The core holds payload and pipeline state until request acceptance.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It waits for rsp_valid &amp;&amp; rsp_ready before retirement.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Errors suppress writeback and assert lsu_fault_o.</a:t>
            </a:r>
          </a:p>
        </p:txBody>
      </p:sp>
      <p:pic>
        <p:nvPicPr>
          <p:cNvPr id="5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d5bc9322d46f8"/>
          <a:stretch xmlns:a="http://schemas.openxmlformats.org/drawingml/2006/main"/>
        </p:blipFill>
        <p:spPr>
          <a:xfrm xmlns:a="http://schemas.openxmlformats.org/drawingml/2006/main">
            <a:off x="6048375" y="1527175"/>
            <a:ext cx="5953125" cy="365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Recover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System coordination restarts the architectural request path.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NEXT REQUEST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Flush active work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Abort controller/refill/store and suppress completion.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TAG STATE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Cache maintenance semantics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IN-FLIGHT WORK</a:t>
            </a:r>
          </a:p>
        </p:txBody>
      </p:sp>
      <p:cxnSp>
        <p:nvCxnSpPr>
          <p:cNvPr id="5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618935" y="5341620"/>
            <a:ext cx="101917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Invalidate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Clear tag-valid state; resident data is no longer a hit.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logic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7739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Execute real RV32I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Programs check commits, redirects, hazards, and traps at the tile boundary.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445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Stress both ports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Independent models add deterministic ready backpressure and response latency.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322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Prove cache effects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Counts distinguish refill, resident hit, invalidate, flush, and error paths.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22 checks PASS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10 redirects, 2 hazards, 2 invalidates, 2 IRQ classes, 2 flushes.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CROSS-MODULE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18 D-memory ops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17 refill reads + 1 successful write-through store.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INSTRUCTION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integration evidence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cxnSp>
        <p:nvCxnSpPr>
          <p:cNvPr id="5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618935" y="5341620"/>
            <a:ext cx="101917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71 I-memory beats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Refill, error recovery, and interrupt-program traffic.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 and boundary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7739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Verified complete tile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Frontend, core, I-cache, and D-cache operate together under latency and backpressure.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445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Portable implementation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Generic, IC, and Xilinx Virtex-7 lint retain identical visible behavior.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004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Next integration level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AHB-Lite adaptation and I/D arbitration belong above tile.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2026-06-23T09:13:20.5500000Z</dcterms:created>
  <dcterms:modified xsi:type="dcterms:W3CDTF">2026-06-23T09:13:20.5500000Z</dcterms:modified>
</coreProperties>
</file>